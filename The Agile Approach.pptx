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sldIdLst>
    <p:sldId id="256" r:id="rId2"/>
    <p:sldId id="258" r:id="rId3"/>
    <p:sldId id="257"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0C4071-9941-4BDC-99A2-DB74D3E4A80E}" v="848" dt="2023-04-17T03:57:37.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ris gray" userId="7d32a625072fa236" providerId="LiveId" clId="{480C4071-9941-4BDC-99A2-DB74D3E4A80E}"/>
    <pc:docChg chg="undo custSel addSld modSld modMainMaster">
      <pc:chgData name="amaris gray" userId="7d32a625072fa236" providerId="LiveId" clId="{480C4071-9941-4BDC-99A2-DB74D3E4A80E}" dt="2023-04-17T03:57:37.604" v="5116"/>
      <pc:docMkLst>
        <pc:docMk/>
      </pc:docMkLst>
      <pc:sldChg chg="addSp delSp modSp mod modTransition setBg delDesignElem">
        <pc:chgData name="amaris gray" userId="7d32a625072fa236" providerId="LiveId" clId="{480C4071-9941-4BDC-99A2-DB74D3E4A80E}" dt="2023-04-17T03:51:59.369" v="4755"/>
        <pc:sldMkLst>
          <pc:docMk/>
          <pc:sldMk cId="2239851720" sldId="256"/>
        </pc:sldMkLst>
        <pc:spChg chg="mod">
          <ac:chgData name="amaris gray" userId="7d32a625072fa236" providerId="LiveId" clId="{480C4071-9941-4BDC-99A2-DB74D3E4A80E}" dt="2023-04-15T02:07:22.439" v="47" actId="26606"/>
          <ac:spMkLst>
            <pc:docMk/>
            <pc:sldMk cId="2239851720" sldId="256"/>
            <ac:spMk id="2" creationId="{53177FDD-DFA6-940D-F304-DFA99B568EB6}"/>
          </ac:spMkLst>
        </pc:spChg>
        <pc:spChg chg="mod">
          <ac:chgData name="amaris gray" userId="7d32a625072fa236" providerId="LiveId" clId="{480C4071-9941-4BDC-99A2-DB74D3E4A80E}" dt="2023-04-15T02:13:02.358" v="155" actId="20577"/>
          <ac:spMkLst>
            <pc:docMk/>
            <pc:sldMk cId="2239851720" sldId="256"/>
            <ac:spMk id="3" creationId="{0D1FE6E4-33EF-CB60-CB8D-F02C0A9B29F7}"/>
          </ac:spMkLst>
        </pc:spChg>
        <pc:spChg chg="del">
          <ac:chgData name="amaris gray" userId="7d32a625072fa236" providerId="LiveId" clId="{480C4071-9941-4BDC-99A2-DB74D3E4A80E}" dt="2023-04-15T02:04:24.831" v="5"/>
          <ac:spMkLst>
            <pc:docMk/>
            <pc:sldMk cId="2239851720" sldId="256"/>
            <ac:spMk id="9" creationId="{945D478C-A9A5-4832-89D8-703607711BB1}"/>
          </ac:spMkLst>
        </pc:spChg>
        <pc:spChg chg="del">
          <ac:chgData name="amaris gray" userId="7d32a625072fa236" providerId="LiveId" clId="{480C4071-9941-4BDC-99A2-DB74D3E4A80E}" dt="2023-04-15T02:04:24.831" v="5"/>
          <ac:spMkLst>
            <pc:docMk/>
            <pc:sldMk cId="2239851720" sldId="256"/>
            <ac:spMk id="11" creationId="{6070DF15-E754-42BB-9A78-F070643B1F41}"/>
          </ac:spMkLst>
        </pc:spChg>
        <pc:grpChg chg="add del">
          <ac:chgData name="amaris gray" userId="7d32a625072fa236" providerId="LiveId" clId="{480C4071-9941-4BDC-99A2-DB74D3E4A80E}" dt="2023-04-15T02:07:22.439" v="47" actId="26606"/>
          <ac:grpSpMkLst>
            <pc:docMk/>
            <pc:sldMk cId="2239851720" sldId="256"/>
            <ac:grpSpMk id="6" creationId="{068ACACB-DD9E-4155-84BF-8E4D43DEC13D}"/>
          </ac:grpSpMkLst>
        </pc:grpChg>
        <pc:grpChg chg="add del">
          <ac:chgData name="amaris gray" userId="7d32a625072fa236" providerId="LiveId" clId="{480C4071-9941-4BDC-99A2-DB74D3E4A80E}" dt="2023-04-15T02:07:22.439" v="47" actId="26606"/>
          <ac:grpSpMkLst>
            <pc:docMk/>
            <pc:sldMk cId="2239851720" sldId="256"/>
            <ac:grpSpMk id="8" creationId="{BF3AEE19-128A-4FF8-954B-A9724F42E0D4}"/>
          </ac:grpSpMkLst>
        </pc:grpChg>
        <pc:grpChg chg="del">
          <ac:chgData name="amaris gray" userId="7d32a625072fa236" providerId="LiveId" clId="{480C4071-9941-4BDC-99A2-DB74D3E4A80E}" dt="2023-04-15T02:04:24.831" v="5"/>
          <ac:grpSpMkLst>
            <pc:docMk/>
            <pc:sldMk cId="2239851720" sldId="256"/>
            <ac:grpSpMk id="13" creationId="{67A83510-2790-4866-911D-2E1588DF5FCC}"/>
          </ac:grpSpMkLst>
        </pc:grpChg>
        <pc:picChg chg="mod ord">
          <ac:chgData name="amaris gray" userId="7d32a625072fa236" providerId="LiveId" clId="{480C4071-9941-4BDC-99A2-DB74D3E4A80E}" dt="2023-04-15T02:07:22.439" v="47" actId="26606"/>
          <ac:picMkLst>
            <pc:docMk/>
            <pc:sldMk cId="2239851720" sldId="256"/>
            <ac:picMk id="4" creationId="{13E77D99-EDAB-089B-3197-148DFAA80413}"/>
          </ac:picMkLst>
        </pc:picChg>
      </pc:sldChg>
      <pc:sldChg chg="addSp delSp modSp new mod modTransition setBg modAnim delDesignElem">
        <pc:chgData name="amaris gray" userId="7d32a625072fa236" providerId="LiveId" clId="{480C4071-9941-4BDC-99A2-DB74D3E4A80E}" dt="2023-04-17T03:52:11.066" v="4757"/>
        <pc:sldMkLst>
          <pc:docMk/>
          <pc:sldMk cId="628378269" sldId="257"/>
        </pc:sldMkLst>
        <pc:spChg chg="mod">
          <ac:chgData name="amaris gray" userId="7d32a625072fa236" providerId="LiveId" clId="{480C4071-9941-4BDC-99A2-DB74D3E4A80E}" dt="2023-04-15T02:20:03.413" v="187" actId="26606"/>
          <ac:spMkLst>
            <pc:docMk/>
            <pc:sldMk cId="628378269" sldId="257"/>
            <ac:spMk id="2" creationId="{7740086E-3738-4729-21B9-71A110153D7A}"/>
          </ac:spMkLst>
        </pc:spChg>
        <pc:spChg chg="mod">
          <ac:chgData name="amaris gray" userId="7d32a625072fa236" providerId="LiveId" clId="{480C4071-9941-4BDC-99A2-DB74D3E4A80E}" dt="2023-04-17T03:27:33.487" v="3989" actId="27636"/>
          <ac:spMkLst>
            <pc:docMk/>
            <pc:sldMk cId="628378269" sldId="257"/>
            <ac:spMk id="3" creationId="{2F97F914-2CDD-B28F-43AC-56623BB9AA2A}"/>
          </ac:spMkLst>
        </pc:spChg>
        <pc:spChg chg="add del">
          <ac:chgData name="amaris gray" userId="7d32a625072fa236" providerId="LiveId" clId="{480C4071-9941-4BDC-99A2-DB74D3E4A80E}" dt="2023-04-15T02:19:45.051" v="181" actId="26606"/>
          <ac:spMkLst>
            <pc:docMk/>
            <pc:sldMk cId="628378269" sldId="257"/>
            <ac:spMk id="5" creationId="{6BFC9644-673A-459F-B3C5-9310A4E50E3B}"/>
          </ac:spMkLst>
        </pc:spChg>
        <pc:spChg chg="add del">
          <ac:chgData name="amaris gray" userId="7d32a625072fa236" providerId="LiveId" clId="{480C4071-9941-4BDC-99A2-DB74D3E4A80E}" dt="2023-04-15T02:04:24.831" v="5"/>
          <ac:spMkLst>
            <pc:docMk/>
            <pc:sldMk cId="628378269" sldId="257"/>
            <ac:spMk id="8" creationId="{9FF4A234-29BA-4B70-BFC0-64FBB64F2A7B}"/>
          </ac:spMkLst>
        </pc:spChg>
        <pc:spChg chg="add del">
          <ac:chgData name="amaris gray" userId="7d32a625072fa236" providerId="LiveId" clId="{480C4071-9941-4BDC-99A2-DB74D3E4A80E}" dt="2023-04-15T02:04:24.831" v="5"/>
          <ac:spMkLst>
            <pc:docMk/>
            <pc:sldMk cId="628378269" sldId="257"/>
            <ac:spMk id="10" creationId="{7FF62AAC-1C5B-406E-8F1E-5B0FD8E9D6E4}"/>
          </ac:spMkLst>
        </pc:spChg>
        <pc:spChg chg="add del">
          <ac:chgData name="amaris gray" userId="7d32a625072fa236" providerId="LiveId" clId="{480C4071-9941-4BDC-99A2-DB74D3E4A80E}" dt="2023-04-15T02:04:24.831" v="5"/>
          <ac:spMkLst>
            <pc:docMk/>
            <pc:sldMk cId="628378269" sldId="257"/>
            <ac:spMk id="12" creationId="{EC2268EF-1ED3-4797-8355-F5078CB18B33}"/>
          </ac:spMkLst>
        </pc:spChg>
        <pc:spChg chg="add del">
          <ac:chgData name="amaris gray" userId="7d32a625072fa236" providerId="LiveId" clId="{480C4071-9941-4BDC-99A2-DB74D3E4A80E}" dt="2023-04-15T02:19:45.051" v="181" actId="26606"/>
          <ac:spMkLst>
            <pc:docMk/>
            <pc:sldMk cId="628378269" sldId="257"/>
            <ac:spMk id="39" creationId="{7D1C411D-0818-4640-8657-2AF78250C802}"/>
          </ac:spMkLst>
        </pc:spChg>
        <pc:spChg chg="add del">
          <ac:chgData name="amaris gray" userId="7d32a625072fa236" providerId="LiveId" clId="{480C4071-9941-4BDC-99A2-DB74D3E4A80E}" dt="2023-04-15T02:20:03.413" v="187" actId="26606"/>
          <ac:spMkLst>
            <pc:docMk/>
            <pc:sldMk cId="628378269" sldId="257"/>
            <ac:spMk id="104" creationId="{6BFC9644-673A-459F-B3C5-9310A4E50E3B}"/>
          </ac:spMkLst>
        </pc:spChg>
        <pc:spChg chg="add del">
          <ac:chgData name="amaris gray" userId="7d32a625072fa236" providerId="LiveId" clId="{480C4071-9941-4BDC-99A2-DB74D3E4A80E}" dt="2023-04-15T02:20:03.413" v="187" actId="26606"/>
          <ac:spMkLst>
            <pc:docMk/>
            <pc:sldMk cId="628378269" sldId="257"/>
            <ac:spMk id="109" creationId="{7D1C411D-0818-4640-8657-2AF78250C802}"/>
          </ac:spMkLst>
        </pc:spChg>
        <pc:grpChg chg="add del">
          <ac:chgData name="amaris gray" userId="7d32a625072fa236" providerId="LiveId" clId="{480C4071-9941-4BDC-99A2-DB74D3E4A80E}" dt="2023-04-15T02:19:45.051" v="181" actId="26606"/>
          <ac:grpSpMkLst>
            <pc:docMk/>
            <pc:sldMk cId="628378269" sldId="257"/>
            <ac:grpSpMk id="6" creationId="{4ADB9295-9645-4BF2-ADFD-75800B7FAD06}"/>
          </ac:grpSpMkLst>
        </pc:grpChg>
        <pc:grpChg chg="add del">
          <ac:chgData name="amaris gray" userId="7d32a625072fa236" providerId="LiveId" clId="{480C4071-9941-4BDC-99A2-DB74D3E4A80E}" dt="2023-04-15T02:19:55.770" v="185" actId="26606"/>
          <ac:grpSpMkLst>
            <pc:docMk/>
            <pc:sldMk cId="628378269" sldId="257"/>
            <ac:grpSpMk id="9" creationId="{BCBD3BA8-D862-41F2-82F3-2136115A2C01}"/>
          </ac:grpSpMkLst>
        </pc:grpChg>
        <pc:grpChg chg="add del">
          <ac:chgData name="amaris gray" userId="7d32a625072fa236" providerId="LiveId" clId="{480C4071-9941-4BDC-99A2-DB74D3E4A80E}" dt="2023-04-15T02:19:55.770" v="185" actId="26606"/>
          <ac:grpSpMkLst>
            <pc:docMk/>
            <pc:sldMk cId="628378269" sldId="257"/>
            <ac:grpSpMk id="13" creationId="{FD8C238E-3ADA-474B-A38B-980691902A7B}"/>
          </ac:grpSpMkLst>
        </pc:grpChg>
        <pc:grpChg chg="add del">
          <ac:chgData name="amaris gray" userId="7d32a625072fa236" providerId="LiveId" clId="{480C4071-9941-4BDC-99A2-DB74D3E4A80E}" dt="2023-04-15T02:04:24.831" v="5"/>
          <ac:grpSpMkLst>
            <pc:docMk/>
            <pc:sldMk cId="628378269" sldId="257"/>
            <ac:grpSpMk id="14" creationId="{5CCCD93E-51C6-47E1-8405-8D870E6B524B}"/>
          </ac:grpSpMkLst>
        </pc:grpChg>
        <pc:grpChg chg="add del">
          <ac:chgData name="amaris gray" userId="7d32a625072fa236" providerId="LiveId" clId="{480C4071-9941-4BDC-99A2-DB74D3E4A80E}" dt="2023-04-15T02:19:50.334" v="183" actId="26606"/>
          <ac:grpSpMkLst>
            <pc:docMk/>
            <pc:sldMk cId="628378269" sldId="257"/>
            <ac:grpSpMk id="68" creationId="{CA4BA62A-90C3-46AC-ABF1-DB389760F9D8}"/>
          </ac:grpSpMkLst>
        </pc:grpChg>
        <pc:grpChg chg="add del">
          <ac:chgData name="amaris gray" userId="7d32a625072fa236" providerId="LiveId" clId="{480C4071-9941-4BDC-99A2-DB74D3E4A80E}" dt="2023-04-15T02:19:50.334" v="183" actId="26606"/>
          <ac:grpSpMkLst>
            <pc:docMk/>
            <pc:sldMk cId="628378269" sldId="257"/>
            <ac:grpSpMk id="72" creationId="{799BB957-1ECA-4DD2-AF2D-84C4D94B6CD9}"/>
          </ac:grpSpMkLst>
        </pc:grpChg>
        <pc:grpChg chg="add del">
          <ac:chgData name="amaris gray" userId="7d32a625072fa236" providerId="LiveId" clId="{480C4071-9941-4BDC-99A2-DB74D3E4A80E}" dt="2023-04-15T02:20:03.413" v="187" actId="26606"/>
          <ac:grpSpMkLst>
            <pc:docMk/>
            <pc:sldMk cId="628378269" sldId="257"/>
            <ac:grpSpMk id="105" creationId="{4ADB9295-9645-4BF2-ADFD-75800B7FAD06}"/>
          </ac:grpSpMkLst>
        </pc:grpChg>
        <pc:picChg chg="add del">
          <ac:chgData name="amaris gray" userId="7d32a625072fa236" providerId="LiveId" clId="{480C4071-9941-4BDC-99A2-DB74D3E4A80E}" dt="2023-04-15T02:19:50.334" v="183" actId="26606"/>
          <ac:picMkLst>
            <pc:docMk/>
            <pc:sldMk cId="628378269" sldId="257"/>
            <ac:picMk id="71" creationId="{D81F1EC8-0426-7AEC-D12A-C86169EB1A21}"/>
          </ac:picMkLst>
        </pc:picChg>
        <pc:picChg chg="add del">
          <ac:chgData name="amaris gray" userId="7d32a625072fa236" providerId="LiveId" clId="{480C4071-9941-4BDC-99A2-DB74D3E4A80E}" dt="2023-04-15T02:19:55.770" v="185" actId="26606"/>
          <ac:picMkLst>
            <pc:docMk/>
            <pc:sldMk cId="628378269" sldId="257"/>
            <ac:picMk id="100" creationId="{0776E438-9D6B-1236-8242-7CB90F141764}"/>
          </ac:picMkLst>
        </pc:picChg>
      </pc:sldChg>
      <pc:sldChg chg="addSp delSp modSp new mod modTransition setBg">
        <pc:chgData name="amaris gray" userId="7d32a625072fa236" providerId="LiveId" clId="{480C4071-9941-4BDC-99A2-DB74D3E4A80E}" dt="2023-04-17T03:52:05.695" v="4756"/>
        <pc:sldMkLst>
          <pc:docMk/>
          <pc:sldMk cId="1981170448" sldId="258"/>
        </pc:sldMkLst>
        <pc:spChg chg="mod">
          <ac:chgData name="amaris gray" userId="7d32a625072fa236" providerId="LiveId" clId="{480C4071-9941-4BDC-99A2-DB74D3E4A80E}" dt="2023-04-17T02:25:35.586" v="384" actId="26606"/>
          <ac:spMkLst>
            <pc:docMk/>
            <pc:sldMk cId="1981170448" sldId="258"/>
            <ac:spMk id="2" creationId="{E98B34CB-8F5B-C879-3951-F54B2A49DDF1}"/>
          </ac:spMkLst>
        </pc:spChg>
        <pc:spChg chg="del mod">
          <ac:chgData name="amaris gray" userId="7d32a625072fa236" providerId="LiveId" clId="{480C4071-9941-4BDC-99A2-DB74D3E4A80E}" dt="2023-04-17T02:25:14.209" v="383" actId="21"/>
          <ac:spMkLst>
            <pc:docMk/>
            <pc:sldMk cId="1981170448" sldId="258"/>
            <ac:spMk id="3" creationId="{D513D83A-703B-3A71-3B9B-AB854D748AA7}"/>
          </ac:spMkLst>
        </pc:spChg>
        <pc:spChg chg="add">
          <ac:chgData name="amaris gray" userId="7d32a625072fa236" providerId="LiveId" clId="{480C4071-9941-4BDC-99A2-DB74D3E4A80E}" dt="2023-04-17T02:25:35.586" v="384" actId="26606"/>
          <ac:spMkLst>
            <pc:docMk/>
            <pc:sldMk cId="1981170448" sldId="258"/>
            <ac:spMk id="65" creationId="{B7D4B16D-600A-41A1-8B1B-3727C56C0C9B}"/>
          </ac:spMkLst>
        </pc:spChg>
        <pc:grpChg chg="add">
          <ac:chgData name="amaris gray" userId="7d32a625072fa236" providerId="LiveId" clId="{480C4071-9941-4BDC-99A2-DB74D3E4A80E}" dt="2023-04-17T02:25:35.586" v="384" actId="26606"/>
          <ac:grpSpMkLst>
            <pc:docMk/>
            <pc:sldMk cId="1981170448" sldId="258"/>
            <ac:grpSpMk id="9" creationId="{FF5EAD09-B81D-415F-8BCF-73C81AE05F21}"/>
          </ac:grpSpMkLst>
        </pc:grpChg>
        <pc:grpChg chg="add">
          <ac:chgData name="amaris gray" userId="7d32a625072fa236" providerId="LiveId" clId="{480C4071-9941-4BDC-99A2-DB74D3E4A80E}" dt="2023-04-17T02:25:35.586" v="384" actId="26606"/>
          <ac:grpSpMkLst>
            <pc:docMk/>
            <pc:sldMk cId="1981170448" sldId="258"/>
            <ac:grpSpMk id="67" creationId="{DE7C35E0-BD19-4AFC-81BF-7A7507E9C94D}"/>
          </ac:grpSpMkLst>
        </pc:grpChg>
        <pc:picChg chg="add">
          <ac:chgData name="amaris gray" userId="7d32a625072fa236" providerId="LiveId" clId="{480C4071-9941-4BDC-99A2-DB74D3E4A80E}" dt="2023-04-17T02:25:35.586" v="384" actId="26606"/>
          <ac:picMkLst>
            <pc:docMk/>
            <pc:sldMk cId="1981170448" sldId="258"/>
            <ac:picMk id="7" creationId="{9ACD3AF8-B16E-4174-8C1A-41F683C4AF8A}"/>
          </ac:picMkLst>
        </pc:picChg>
        <pc:picChg chg="add">
          <ac:chgData name="amaris gray" userId="7d32a625072fa236" providerId="LiveId" clId="{480C4071-9941-4BDC-99A2-DB74D3E4A80E}" dt="2023-04-17T02:25:35.586" v="384" actId="26606"/>
          <ac:picMkLst>
            <pc:docMk/>
            <pc:sldMk cId="1981170448" sldId="258"/>
            <ac:picMk id="123" creationId="{51039561-92F9-40EE-900B-6AA0F58042A4}"/>
          </ac:picMkLst>
        </pc:picChg>
        <pc:cxnChg chg="add">
          <ac:chgData name="amaris gray" userId="7d32a625072fa236" providerId="LiveId" clId="{480C4071-9941-4BDC-99A2-DB74D3E4A80E}" dt="2023-04-17T02:25:35.586" v="384" actId="26606"/>
          <ac:cxnSpMkLst>
            <pc:docMk/>
            <pc:sldMk cId="1981170448" sldId="258"/>
            <ac:cxnSpMk id="125" creationId="{D902DA06-324A-48CE-8C20-94535480A632}"/>
          </ac:cxnSpMkLst>
        </pc:cxnChg>
      </pc:sldChg>
      <pc:sldChg chg="addSp modSp new mod modTransition setBg modAnim">
        <pc:chgData name="amaris gray" userId="7d32a625072fa236" providerId="LiveId" clId="{480C4071-9941-4BDC-99A2-DB74D3E4A80E}" dt="2023-04-17T03:52:20.587" v="4758"/>
        <pc:sldMkLst>
          <pc:docMk/>
          <pc:sldMk cId="1642284951" sldId="259"/>
        </pc:sldMkLst>
        <pc:spChg chg="mod">
          <ac:chgData name="amaris gray" userId="7d32a625072fa236" providerId="LiveId" clId="{480C4071-9941-4BDC-99A2-DB74D3E4A80E}" dt="2023-04-15T02:20:18.666" v="188" actId="26606"/>
          <ac:spMkLst>
            <pc:docMk/>
            <pc:sldMk cId="1642284951" sldId="259"/>
            <ac:spMk id="2" creationId="{B49821B2-431C-08D3-EF07-88BEC019D888}"/>
          </ac:spMkLst>
        </pc:spChg>
        <pc:spChg chg="mod">
          <ac:chgData name="amaris gray" userId="7d32a625072fa236" providerId="LiveId" clId="{480C4071-9941-4BDC-99A2-DB74D3E4A80E}" dt="2023-04-17T03:15:22.051" v="3565" actId="20577"/>
          <ac:spMkLst>
            <pc:docMk/>
            <pc:sldMk cId="1642284951" sldId="259"/>
            <ac:spMk id="3" creationId="{B0F34294-9038-8D37-830B-9DE2145921EE}"/>
          </ac:spMkLst>
        </pc:spChg>
        <pc:grpChg chg="add">
          <ac:chgData name="amaris gray" userId="7d32a625072fa236" providerId="LiveId" clId="{480C4071-9941-4BDC-99A2-DB74D3E4A80E}" dt="2023-04-15T02:20:18.666" v="188" actId="26606"/>
          <ac:grpSpMkLst>
            <pc:docMk/>
            <pc:sldMk cId="1642284951" sldId="259"/>
            <ac:grpSpMk id="9" creationId="{9391C63B-9409-43FE-B3C8-05C2F406E302}"/>
          </ac:grpSpMkLst>
        </pc:grpChg>
        <pc:grpChg chg="add">
          <ac:chgData name="amaris gray" userId="7d32a625072fa236" providerId="LiveId" clId="{480C4071-9941-4BDC-99A2-DB74D3E4A80E}" dt="2023-04-15T02:20:18.666" v="188" actId="26606"/>
          <ac:grpSpMkLst>
            <pc:docMk/>
            <pc:sldMk cId="1642284951" sldId="259"/>
            <ac:grpSpMk id="13" creationId="{86A8F816-AC43-412D-A97C-04A5F187F19D}"/>
          </ac:grpSpMkLst>
        </pc:grpChg>
        <pc:picChg chg="add">
          <ac:chgData name="amaris gray" userId="7d32a625072fa236" providerId="LiveId" clId="{480C4071-9941-4BDC-99A2-DB74D3E4A80E}" dt="2023-04-15T02:20:18.666" v="188" actId="26606"/>
          <ac:picMkLst>
            <pc:docMk/>
            <pc:sldMk cId="1642284951" sldId="259"/>
            <ac:picMk id="5" creationId="{78EEBCB4-6A6A-3EB6-7EB9-05CC42B6AD67}"/>
          </ac:picMkLst>
        </pc:picChg>
      </pc:sldChg>
      <pc:sldChg chg="modSp new mod modTransition modAnim">
        <pc:chgData name="amaris gray" userId="7d32a625072fa236" providerId="LiveId" clId="{480C4071-9941-4BDC-99A2-DB74D3E4A80E}" dt="2023-04-17T03:52:25.063" v="4759"/>
        <pc:sldMkLst>
          <pc:docMk/>
          <pc:sldMk cId="2152331401" sldId="260"/>
        </pc:sldMkLst>
        <pc:spChg chg="mod">
          <ac:chgData name="amaris gray" userId="7d32a625072fa236" providerId="LiveId" clId="{480C4071-9941-4BDC-99A2-DB74D3E4A80E}" dt="2023-04-15T02:20:46.584" v="216" actId="20577"/>
          <ac:spMkLst>
            <pc:docMk/>
            <pc:sldMk cId="2152331401" sldId="260"/>
            <ac:spMk id="2" creationId="{D468F842-40C8-1FAF-2F49-43B68089E625}"/>
          </ac:spMkLst>
        </pc:spChg>
        <pc:spChg chg="mod">
          <ac:chgData name="amaris gray" userId="7d32a625072fa236" providerId="LiveId" clId="{480C4071-9941-4BDC-99A2-DB74D3E4A80E}" dt="2023-04-17T03:42:15.682" v="4496" actId="27636"/>
          <ac:spMkLst>
            <pc:docMk/>
            <pc:sldMk cId="2152331401" sldId="260"/>
            <ac:spMk id="3" creationId="{639EA4F2-08C8-8D63-34E1-F7DB0A2D9FC7}"/>
          </ac:spMkLst>
        </pc:spChg>
        <pc:spChg chg="mod">
          <ac:chgData name="amaris gray" userId="7d32a625072fa236" providerId="LiveId" clId="{480C4071-9941-4BDC-99A2-DB74D3E4A80E}" dt="2023-04-17T03:42:15.689" v="4497" actId="27636"/>
          <ac:spMkLst>
            <pc:docMk/>
            <pc:sldMk cId="2152331401" sldId="260"/>
            <ac:spMk id="4" creationId="{02119D1C-4B9E-9058-3CA5-40BB5AC07CBB}"/>
          </ac:spMkLst>
        </pc:spChg>
      </pc:sldChg>
      <pc:sldChg chg="addSp modSp new mod modTransition setBg modAnim">
        <pc:chgData name="amaris gray" userId="7d32a625072fa236" providerId="LiveId" clId="{480C4071-9941-4BDC-99A2-DB74D3E4A80E}" dt="2023-04-17T03:52:31.491" v="4760"/>
        <pc:sldMkLst>
          <pc:docMk/>
          <pc:sldMk cId="1143312815" sldId="261"/>
        </pc:sldMkLst>
        <pc:spChg chg="mod">
          <ac:chgData name="amaris gray" userId="7d32a625072fa236" providerId="LiveId" clId="{480C4071-9941-4BDC-99A2-DB74D3E4A80E}" dt="2023-04-17T02:21:45.047" v="284" actId="20577"/>
          <ac:spMkLst>
            <pc:docMk/>
            <pc:sldMk cId="1143312815" sldId="261"/>
            <ac:spMk id="2" creationId="{A476B14B-B4EC-E0CA-7702-A30D3E0934FB}"/>
          </ac:spMkLst>
        </pc:spChg>
        <pc:spChg chg="mod">
          <ac:chgData name="amaris gray" userId="7d32a625072fa236" providerId="LiveId" clId="{480C4071-9941-4BDC-99A2-DB74D3E4A80E}" dt="2023-04-17T02:24:40.932" v="381" actId="27636"/>
          <ac:spMkLst>
            <pc:docMk/>
            <pc:sldMk cId="1143312815" sldId="261"/>
            <ac:spMk id="3" creationId="{7FB9ADBB-8C66-0B08-3599-C287DF8F3F12}"/>
          </ac:spMkLst>
        </pc:spChg>
        <pc:grpChg chg="add">
          <ac:chgData name="amaris gray" userId="7d32a625072fa236" providerId="LiveId" clId="{480C4071-9941-4BDC-99A2-DB74D3E4A80E}" dt="2023-04-15T02:24:37.984" v="265" actId="26606"/>
          <ac:grpSpMkLst>
            <pc:docMk/>
            <pc:sldMk cId="1143312815" sldId="261"/>
            <ac:grpSpMk id="9" creationId="{9391C63B-9409-43FE-B3C8-05C2F406E302}"/>
          </ac:grpSpMkLst>
        </pc:grpChg>
        <pc:grpChg chg="add">
          <ac:chgData name="amaris gray" userId="7d32a625072fa236" providerId="LiveId" clId="{480C4071-9941-4BDC-99A2-DB74D3E4A80E}" dt="2023-04-15T02:24:37.984" v="265" actId="26606"/>
          <ac:grpSpMkLst>
            <pc:docMk/>
            <pc:sldMk cId="1143312815" sldId="261"/>
            <ac:grpSpMk id="13" creationId="{86A8F816-AC43-412D-A97C-04A5F187F19D}"/>
          </ac:grpSpMkLst>
        </pc:grpChg>
        <pc:picChg chg="add">
          <ac:chgData name="amaris gray" userId="7d32a625072fa236" providerId="LiveId" clId="{480C4071-9941-4BDC-99A2-DB74D3E4A80E}" dt="2023-04-15T02:24:37.984" v="265" actId="26606"/>
          <ac:picMkLst>
            <pc:docMk/>
            <pc:sldMk cId="1143312815" sldId="261"/>
            <ac:picMk id="5" creationId="{26EEFBE3-0E32-316E-C6D3-5FB8D1DC9E91}"/>
          </ac:picMkLst>
        </pc:picChg>
      </pc:sldChg>
      <pc:sldChg chg="modSp mod modTransition modAnim">
        <pc:chgData name="amaris gray" userId="7d32a625072fa236" providerId="LiveId" clId="{480C4071-9941-4BDC-99A2-DB74D3E4A80E}" dt="2023-04-17T03:52:35.910" v="4761"/>
        <pc:sldMkLst>
          <pc:docMk/>
          <pc:sldMk cId="2888715335" sldId="262"/>
        </pc:sldMkLst>
        <pc:spChg chg="mod">
          <ac:chgData name="amaris gray" userId="7d32a625072fa236" providerId="LiveId" clId="{480C4071-9941-4BDC-99A2-DB74D3E4A80E}" dt="2023-04-17T03:16:17.050" v="3602" actId="20577"/>
          <ac:spMkLst>
            <pc:docMk/>
            <pc:sldMk cId="2888715335" sldId="262"/>
            <ac:spMk id="3" creationId="{0B9D86A6-E683-9B2B-517D-8154711EAA01}"/>
          </ac:spMkLst>
        </pc:spChg>
      </pc:sldChg>
      <pc:sldChg chg="addSp delSp modSp mod modTransition setBg modAnim setClrOvrMap">
        <pc:chgData name="amaris gray" userId="7d32a625072fa236" providerId="LiveId" clId="{480C4071-9941-4BDC-99A2-DB74D3E4A80E}" dt="2023-04-17T03:52:41.623" v="4762"/>
        <pc:sldMkLst>
          <pc:docMk/>
          <pc:sldMk cId="2191503521" sldId="263"/>
        </pc:sldMkLst>
        <pc:spChg chg="mod">
          <ac:chgData name="amaris gray" userId="7d32a625072fa236" providerId="LiveId" clId="{480C4071-9941-4BDC-99A2-DB74D3E4A80E}" dt="2023-04-17T03:08:21.479" v="3304" actId="1076"/>
          <ac:spMkLst>
            <pc:docMk/>
            <pc:sldMk cId="2191503521" sldId="263"/>
            <ac:spMk id="3" creationId="{9C446DB6-3363-DC25-663B-9FC347BFD259}"/>
          </ac:spMkLst>
        </pc:spChg>
        <pc:spChg chg="del">
          <ac:chgData name="amaris gray" userId="7d32a625072fa236" providerId="LiveId" clId="{480C4071-9941-4BDC-99A2-DB74D3E4A80E}" dt="2023-04-17T02:52:16.826" v="2039" actId="26606"/>
          <ac:spMkLst>
            <pc:docMk/>
            <pc:sldMk cId="2191503521" sldId="263"/>
            <ac:spMk id="38" creationId="{6D29BE04-4454-4832-B83F-10D001BFF94D}"/>
          </ac:spMkLst>
        </pc:spChg>
        <pc:spChg chg="del">
          <ac:chgData name="amaris gray" userId="7d32a625072fa236" providerId="LiveId" clId="{480C4071-9941-4BDC-99A2-DB74D3E4A80E}" dt="2023-04-17T02:52:16.826" v="2039" actId="26606"/>
          <ac:spMkLst>
            <pc:docMk/>
            <pc:sldMk cId="2191503521" sldId="263"/>
            <ac:spMk id="40" creationId="{98714CE9-3C2C-48E1-8B8F-CFB7735C43D7}"/>
          </ac:spMkLst>
        </pc:spChg>
        <pc:spChg chg="del">
          <ac:chgData name="amaris gray" userId="7d32a625072fa236" providerId="LiveId" clId="{480C4071-9941-4BDC-99A2-DB74D3E4A80E}" dt="2023-04-17T02:52:16.826" v="2039" actId="26606"/>
          <ac:spMkLst>
            <pc:docMk/>
            <pc:sldMk cId="2191503521" sldId="263"/>
            <ac:spMk id="53" creationId="{CC892AB0-7D6D-4FC9-9105-0CB427161889}"/>
          </ac:spMkLst>
        </pc:spChg>
        <pc:spChg chg="add">
          <ac:chgData name="amaris gray" userId="7d32a625072fa236" providerId="LiveId" clId="{480C4071-9941-4BDC-99A2-DB74D3E4A80E}" dt="2023-04-17T02:52:16.826" v="2039" actId="26606"/>
          <ac:spMkLst>
            <pc:docMk/>
            <pc:sldMk cId="2191503521" sldId="263"/>
            <ac:spMk id="60" creationId="{E9B448F0-DA06-4165-AB5F-4330A20E06D0}"/>
          </ac:spMkLst>
        </pc:spChg>
        <pc:grpChg chg="del">
          <ac:chgData name="amaris gray" userId="7d32a625072fa236" providerId="LiveId" clId="{480C4071-9941-4BDC-99A2-DB74D3E4A80E}" dt="2023-04-17T02:52:16.826" v="2039" actId="26606"/>
          <ac:grpSpMkLst>
            <pc:docMk/>
            <pc:sldMk cId="2191503521" sldId="263"/>
            <ac:grpSpMk id="18" creationId="{0328E69E-CE3D-4110-8BF7-AD3C0C10CB1C}"/>
          </ac:grpSpMkLst>
        </pc:grpChg>
        <pc:grpChg chg="del">
          <ac:chgData name="amaris gray" userId="7d32a625072fa236" providerId="LiveId" clId="{480C4071-9941-4BDC-99A2-DB74D3E4A80E}" dt="2023-04-17T02:52:16.826" v="2039" actId="26606"/>
          <ac:grpSpMkLst>
            <pc:docMk/>
            <pc:sldMk cId="2191503521" sldId="263"/>
            <ac:grpSpMk id="24" creationId="{F64806C9-3599-45A7-BCFF-F762C54276F8}"/>
          </ac:grpSpMkLst>
        </pc:grpChg>
        <pc:grpChg chg="del">
          <ac:chgData name="amaris gray" userId="7d32a625072fa236" providerId="LiveId" clId="{480C4071-9941-4BDC-99A2-DB74D3E4A80E}" dt="2023-04-17T02:52:16.826" v="2039" actId="26606"/>
          <ac:grpSpMkLst>
            <pc:docMk/>
            <pc:sldMk cId="2191503521" sldId="263"/>
            <ac:grpSpMk id="30" creationId="{1287AC97-A8E8-4B45-A50A-3057A88B4088}"/>
          </ac:grpSpMkLst>
        </pc:grpChg>
        <pc:grpChg chg="del">
          <ac:chgData name="amaris gray" userId="7d32a625072fa236" providerId="LiveId" clId="{480C4071-9941-4BDC-99A2-DB74D3E4A80E}" dt="2023-04-17T02:52:16.826" v="2039" actId="26606"/>
          <ac:grpSpMkLst>
            <pc:docMk/>
            <pc:sldMk cId="2191503521" sldId="263"/>
            <ac:grpSpMk id="54" creationId="{807353E4-FA19-40CB-8AF8-3A8E6704BE09}"/>
          </ac:grpSpMkLst>
        </pc:grpChg>
        <pc:grpChg chg="add">
          <ac:chgData name="amaris gray" userId="7d32a625072fa236" providerId="LiveId" clId="{480C4071-9941-4BDC-99A2-DB74D3E4A80E}" dt="2023-04-17T02:52:16.826" v="2039" actId="26606"/>
          <ac:grpSpMkLst>
            <pc:docMk/>
            <pc:sldMk cId="2191503521" sldId="263"/>
            <ac:grpSpMk id="64" creationId="{2576BCDF-119F-4EB5-83D7-ED823C93EBBD}"/>
          </ac:grpSpMkLst>
        </pc:grpChg>
        <pc:grpChg chg="add">
          <ac:chgData name="amaris gray" userId="7d32a625072fa236" providerId="LiveId" clId="{480C4071-9941-4BDC-99A2-DB74D3E4A80E}" dt="2023-04-17T02:52:16.826" v="2039" actId="26606"/>
          <ac:grpSpMkLst>
            <pc:docMk/>
            <pc:sldMk cId="2191503521" sldId="263"/>
            <ac:grpSpMk id="93" creationId="{8DB4BB99-C854-45F9-BED1-63D15E3A2411}"/>
          </ac:grpSpMkLst>
        </pc:grpChg>
        <pc:picChg chg="add">
          <ac:chgData name="amaris gray" userId="7d32a625072fa236" providerId="LiveId" clId="{480C4071-9941-4BDC-99A2-DB74D3E4A80E}" dt="2023-04-17T02:52:16.826" v="2039" actId="26606"/>
          <ac:picMkLst>
            <pc:docMk/>
            <pc:sldMk cId="2191503521" sldId="263"/>
            <ac:picMk id="62" creationId="{92D83638-A467-411A-9C31-FE9A111CD885}"/>
          </ac:picMkLst>
        </pc:picChg>
      </pc:sldChg>
      <pc:sldChg chg="modSp mod modTransition modAnim">
        <pc:chgData name="amaris gray" userId="7d32a625072fa236" providerId="LiveId" clId="{480C4071-9941-4BDC-99A2-DB74D3E4A80E}" dt="2023-04-17T03:57:37.604" v="5116"/>
        <pc:sldMkLst>
          <pc:docMk/>
          <pc:sldMk cId="1020194294" sldId="264"/>
        </pc:sldMkLst>
        <pc:spChg chg="mod">
          <ac:chgData name="amaris gray" userId="7d32a625072fa236" providerId="LiveId" clId="{480C4071-9941-4BDC-99A2-DB74D3E4A80E}" dt="2023-04-17T03:56:10.783" v="5108" actId="20577"/>
          <ac:spMkLst>
            <pc:docMk/>
            <pc:sldMk cId="1020194294" sldId="264"/>
            <ac:spMk id="3" creationId="{3E164BDE-673E-7B1C-E9CE-C411E8275C9D}"/>
          </ac:spMkLst>
        </pc:spChg>
      </pc:sldChg>
      <pc:sldChg chg="addSp delSp modSp mod modTransition setBg modAnim">
        <pc:chgData name="amaris gray" userId="7d32a625072fa236" providerId="LiveId" clId="{480C4071-9941-4BDC-99A2-DB74D3E4A80E}" dt="2023-04-17T03:52:58.433" v="4764"/>
        <pc:sldMkLst>
          <pc:docMk/>
          <pc:sldMk cId="1639439159" sldId="265"/>
        </pc:sldMkLst>
        <pc:spChg chg="mod">
          <ac:chgData name="amaris gray" userId="7d32a625072fa236" providerId="LiveId" clId="{480C4071-9941-4BDC-99A2-DB74D3E4A80E}" dt="2023-04-17T02:17:59.523" v="268" actId="26606"/>
          <ac:spMkLst>
            <pc:docMk/>
            <pc:sldMk cId="1639439159" sldId="265"/>
            <ac:spMk id="2" creationId="{AF3F2573-71F2-EA8C-F490-470FC8B54F13}"/>
          </ac:spMkLst>
        </pc:spChg>
        <pc:spChg chg="mod">
          <ac:chgData name="amaris gray" userId="7d32a625072fa236" providerId="LiveId" clId="{480C4071-9941-4BDC-99A2-DB74D3E4A80E}" dt="2023-04-17T03:51:01.545" v="4750" actId="20577"/>
          <ac:spMkLst>
            <pc:docMk/>
            <pc:sldMk cId="1639439159" sldId="265"/>
            <ac:spMk id="3" creationId="{2894727C-FF90-3F49-4930-0FE0A0CADEB6}"/>
          </ac:spMkLst>
        </pc:spChg>
        <pc:spChg chg="add">
          <ac:chgData name="amaris gray" userId="7d32a625072fa236" providerId="LiveId" clId="{480C4071-9941-4BDC-99A2-DB74D3E4A80E}" dt="2023-04-17T02:17:59.523" v="268" actId="26606"/>
          <ac:spMkLst>
            <pc:docMk/>
            <pc:sldMk cId="1639439159" sldId="265"/>
            <ac:spMk id="8" creationId="{6BFC9644-673A-459F-B3C5-9310A4E50E3B}"/>
          </ac:spMkLst>
        </pc:spChg>
        <pc:spChg chg="add">
          <ac:chgData name="amaris gray" userId="7d32a625072fa236" providerId="LiveId" clId="{480C4071-9941-4BDC-99A2-DB74D3E4A80E}" dt="2023-04-17T02:17:59.523" v="268" actId="26606"/>
          <ac:spMkLst>
            <pc:docMk/>
            <pc:sldMk cId="1639439159" sldId="265"/>
            <ac:spMk id="39" creationId="{7D1C411D-0818-4640-8657-2AF78250C802}"/>
          </ac:spMkLst>
        </pc:spChg>
        <pc:grpChg chg="add del">
          <ac:chgData name="amaris gray" userId="7d32a625072fa236" providerId="LiveId" clId="{480C4071-9941-4BDC-99A2-DB74D3E4A80E}" dt="2023-04-17T02:17:59.507" v="267" actId="26606"/>
          <ac:grpSpMkLst>
            <pc:docMk/>
            <pc:sldMk cId="1639439159" sldId="265"/>
            <ac:grpSpMk id="9" creationId="{CA4BA62A-90C3-46AC-ABF1-DB389760F9D8}"/>
          </ac:grpSpMkLst>
        </pc:grpChg>
        <pc:grpChg chg="add del">
          <ac:chgData name="amaris gray" userId="7d32a625072fa236" providerId="LiveId" clId="{480C4071-9941-4BDC-99A2-DB74D3E4A80E}" dt="2023-04-17T02:17:59.507" v="267" actId="26606"/>
          <ac:grpSpMkLst>
            <pc:docMk/>
            <pc:sldMk cId="1639439159" sldId="265"/>
            <ac:grpSpMk id="13" creationId="{799BB957-1ECA-4DD2-AF2D-84C4D94B6CD9}"/>
          </ac:grpSpMkLst>
        </pc:grpChg>
        <pc:grpChg chg="add">
          <ac:chgData name="amaris gray" userId="7d32a625072fa236" providerId="LiveId" clId="{480C4071-9941-4BDC-99A2-DB74D3E4A80E}" dt="2023-04-17T02:17:59.523" v="268" actId="26606"/>
          <ac:grpSpMkLst>
            <pc:docMk/>
            <pc:sldMk cId="1639439159" sldId="265"/>
            <ac:grpSpMk id="69" creationId="{4ADB9295-9645-4BF2-ADFD-75800B7FAD06}"/>
          </ac:grpSpMkLst>
        </pc:grpChg>
        <pc:picChg chg="add del">
          <ac:chgData name="amaris gray" userId="7d32a625072fa236" providerId="LiveId" clId="{480C4071-9941-4BDC-99A2-DB74D3E4A80E}" dt="2023-04-17T02:17:59.507" v="267" actId="26606"/>
          <ac:picMkLst>
            <pc:docMk/>
            <pc:sldMk cId="1639439159" sldId="265"/>
            <ac:picMk id="5" creationId="{D940D0DC-B1B0-B65D-3EB2-7794A56434CF}"/>
          </ac:picMkLst>
        </pc:picChg>
      </pc:sldChg>
      <pc:sldChg chg="addSp modSp mod modTransition setBg">
        <pc:chgData name="amaris gray" userId="7d32a625072fa236" providerId="LiveId" clId="{480C4071-9941-4BDC-99A2-DB74D3E4A80E}" dt="2023-04-17T03:53:06.881" v="4765"/>
        <pc:sldMkLst>
          <pc:docMk/>
          <pc:sldMk cId="4218042177" sldId="266"/>
        </pc:sldMkLst>
        <pc:spChg chg="mod">
          <ac:chgData name="amaris gray" userId="7d32a625072fa236" providerId="LiveId" clId="{480C4071-9941-4BDC-99A2-DB74D3E4A80E}" dt="2023-04-17T02:19:19.434" v="273" actId="14100"/>
          <ac:spMkLst>
            <pc:docMk/>
            <pc:sldMk cId="4218042177" sldId="266"/>
            <ac:spMk id="2" creationId="{BBDACDD4-D167-9223-8309-6D9321B00ACB}"/>
          </ac:spMkLst>
        </pc:spChg>
        <pc:spChg chg="mod">
          <ac:chgData name="amaris gray" userId="7d32a625072fa236" providerId="LiveId" clId="{480C4071-9941-4BDC-99A2-DB74D3E4A80E}" dt="2023-04-17T03:50:35.905" v="4723"/>
          <ac:spMkLst>
            <pc:docMk/>
            <pc:sldMk cId="4218042177" sldId="266"/>
            <ac:spMk id="3" creationId="{4594C4AF-9FAE-04E4-BB17-A63A007033B9}"/>
          </ac:spMkLst>
        </pc:spChg>
        <pc:spChg chg="add">
          <ac:chgData name="amaris gray" userId="7d32a625072fa236" providerId="LiveId" clId="{480C4071-9941-4BDC-99A2-DB74D3E4A80E}" dt="2023-04-17T02:18:43.514" v="270" actId="26606"/>
          <ac:spMkLst>
            <pc:docMk/>
            <pc:sldMk cId="4218042177" sldId="266"/>
            <ac:spMk id="8" creationId="{CB2E6072-4A58-4A16-85F6-67A0FE223FB5}"/>
          </ac:spMkLst>
        </pc:spChg>
        <pc:grpChg chg="add">
          <ac:chgData name="amaris gray" userId="7d32a625072fa236" providerId="LiveId" clId="{480C4071-9941-4BDC-99A2-DB74D3E4A80E}" dt="2023-04-17T02:18:43.514" v="270" actId="26606"/>
          <ac:grpSpMkLst>
            <pc:docMk/>
            <pc:sldMk cId="4218042177" sldId="266"/>
            <ac:grpSpMk id="10" creationId="{AC1DD88D-B6CF-4188-B28E-41DA602F7AF5}"/>
          </ac:grpSpMkLst>
        </pc:grpChg>
        <pc:grpChg chg="add">
          <ac:chgData name="amaris gray" userId="7d32a625072fa236" providerId="LiveId" clId="{480C4071-9941-4BDC-99A2-DB74D3E4A80E}" dt="2023-04-17T02:18:43.514" v="270" actId="26606"/>
          <ac:grpSpMkLst>
            <pc:docMk/>
            <pc:sldMk cId="4218042177" sldId="266"/>
            <ac:grpSpMk id="39" creationId="{455E0AD7-882F-4B4C-B3A7-D4E72D48E46A}"/>
          </ac:grpSpMkLst>
        </pc:grpChg>
      </pc:sldChg>
      <pc:sldMasterChg chg="modSldLayout">
        <pc:chgData name="amaris gray" userId="7d32a625072fa236" providerId="LiveId" clId="{480C4071-9941-4BDC-99A2-DB74D3E4A80E}" dt="2023-04-15T02:05:29.415" v="7"/>
        <pc:sldMasterMkLst>
          <pc:docMk/>
          <pc:sldMasterMk cId="2980503154" sldId="2147483776"/>
        </pc:sldMasterMkLst>
        <pc:sldLayoutChg chg="delSp">
          <pc:chgData name="amaris gray" userId="7d32a625072fa236" providerId="LiveId" clId="{480C4071-9941-4BDC-99A2-DB74D3E4A80E}" dt="2023-04-15T02:05:29.415" v="7"/>
          <pc:sldLayoutMkLst>
            <pc:docMk/>
            <pc:sldMasterMk cId="2980503154" sldId="2147483776"/>
            <pc:sldLayoutMk cId="3751146163" sldId="2147483794"/>
          </pc:sldLayoutMkLst>
          <pc:grpChg chg="del">
            <ac:chgData name="amaris gray" userId="7d32a625072fa236" providerId="LiveId" clId="{480C4071-9941-4BDC-99A2-DB74D3E4A80E}" dt="2023-04-15T02:05:29.415" v="7"/>
            <ac:grpSpMkLst>
              <pc:docMk/>
              <pc:sldMasterMk cId="2980503154" sldId="2147483776"/>
              <pc:sldLayoutMk cId="3751146163" sldId="2147483794"/>
              <ac:grpSpMk id="27" creationId="{00000000-0000-0000-0000-000000000000}"/>
            </ac:grpSpMkLst>
          </pc:grpChg>
          <pc:grpChg chg="del">
            <ac:chgData name="amaris gray" userId="7d32a625072fa236" providerId="LiveId" clId="{480C4071-9941-4BDC-99A2-DB74D3E4A80E}" dt="2023-04-15T02:05:29.415" v="7"/>
            <ac:grpSpMkLst>
              <pc:docMk/>
              <pc:sldMasterMk cId="2980503154" sldId="2147483776"/>
              <pc:sldLayoutMk cId="3751146163" sldId="2147483794"/>
              <ac:grpSpMk id="80" creationId="{00000000-0000-0000-0000-000000000000}"/>
            </ac:grpSpMkLst>
          </pc:grpChg>
        </pc:sldLayoutChg>
      </pc:sldMasterChg>
    </pc:docChg>
  </pc:docChgLst>
  <pc:docChgLst>
    <pc:chgData name="amaris gray" userId="7d32a625072fa236" providerId="LiveId" clId="{123A19E9-223F-FB47-9A37-EF232BC6F938}"/>
    <pc:docChg chg="undo custSel addSld modSld">
      <pc:chgData name="amaris gray" userId="7d32a625072fa236" providerId="LiveId" clId="{123A19E9-223F-FB47-9A37-EF232BC6F938}" dt="2023-04-17T01:25:08.011" v="186" actId="26606"/>
      <pc:docMkLst>
        <pc:docMk/>
      </pc:docMkLst>
      <pc:sldChg chg="addSp delSp modSp new mod setBg setClrOvrMap">
        <pc:chgData name="amaris gray" userId="7d32a625072fa236" providerId="LiveId" clId="{123A19E9-223F-FB47-9A37-EF232BC6F938}" dt="2023-04-17T01:23:59.193" v="180" actId="26606"/>
        <pc:sldMkLst>
          <pc:docMk/>
          <pc:sldMk cId="2888715335" sldId="262"/>
        </pc:sldMkLst>
        <pc:spChg chg="del">
          <ac:chgData name="amaris gray" userId="7d32a625072fa236" providerId="LiveId" clId="{123A19E9-223F-FB47-9A37-EF232BC6F938}" dt="2023-04-17T01:12:18.496" v="1" actId="478"/>
          <ac:spMkLst>
            <pc:docMk/>
            <pc:sldMk cId="2888715335" sldId="262"/>
            <ac:spMk id="2" creationId="{5D81371F-E3F1-44D2-7BA2-02589EE63678}"/>
          </ac:spMkLst>
        </pc:spChg>
        <pc:spChg chg="mod">
          <ac:chgData name="amaris gray" userId="7d32a625072fa236" providerId="LiveId" clId="{123A19E9-223F-FB47-9A37-EF232BC6F938}" dt="2023-04-17T01:23:59.193" v="180" actId="26606"/>
          <ac:spMkLst>
            <pc:docMk/>
            <pc:sldMk cId="2888715335" sldId="262"/>
            <ac:spMk id="3" creationId="{0B9D86A6-E683-9B2B-517D-8154711EAA01}"/>
          </ac:spMkLst>
        </pc:spChg>
        <pc:spChg chg="add">
          <ac:chgData name="amaris gray" userId="7d32a625072fa236" providerId="LiveId" clId="{123A19E9-223F-FB47-9A37-EF232BC6F938}" dt="2023-04-17T01:23:59.193" v="180" actId="26606"/>
          <ac:spMkLst>
            <pc:docMk/>
            <pc:sldMk cId="2888715335" sldId="262"/>
            <ac:spMk id="8" creationId="{E9B448F0-DA06-4165-AB5F-4330A20E06D0}"/>
          </ac:spMkLst>
        </pc:spChg>
        <pc:grpChg chg="add">
          <ac:chgData name="amaris gray" userId="7d32a625072fa236" providerId="LiveId" clId="{123A19E9-223F-FB47-9A37-EF232BC6F938}" dt="2023-04-17T01:23:59.193" v="180" actId="26606"/>
          <ac:grpSpMkLst>
            <pc:docMk/>
            <pc:sldMk cId="2888715335" sldId="262"/>
            <ac:grpSpMk id="12" creationId="{2576BCDF-119F-4EB5-83D7-ED823C93EBBD}"/>
          </ac:grpSpMkLst>
        </pc:grpChg>
        <pc:grpChg chg="add">
          <ac:chgData name="amaris gray" userId="7d32a625072fa236" providerId="LiveId" clId="{123A19E9-223F-FB47-9A37-EF232BC6F938}" dt="2023-04-17T01:23:59.193" v="180" actId="26606"/>
          <ac:grpSpMkLst>
            <pc:docMk/>
            <pc:sldMk cId="2888715335" sldId="262"/>
            <ac:grpSpMk id="41" creationId="{8DB4BB99-C854-45F9-BED1-63D15E3A2411}"/>
          </ac:grpSpMkLst>
        </pc:grpChg>
        <pc:picChg chg="add">
          <ac:chgData name="amaris gray" userId="7d32a625072fa236" providerId="LiveId" clId="{123A19E9-223F-FB47-9A37-EF232BC6F938}" dt="2023-04-17T01:23:59.193" v="180" actId="26606"/>
          <ac:picMkLst>
            <pc:docMk/>
            <pc:sldMk cId="2888715335" sldId="262"/>
            <ac:picMk id="10" creationId="{92D83638-A467-411A-9C31-FE9A111CD885}"/>
          </ac:picMkLst>
        </pc:picChg>
      </pc:sldChg>
      <pc:sldChg chg="addSp delSp modSp new mod setBg setClrOvrMap">
        <pc:chgData name="amaris gray" userId="7d32a625072fa236" providerId="LiveId" clId="{123A19E9-223F-FB47-9A37-EF232BC6F938}" dt="2023-04-17T01:24:46.566" v="185" actId="26606"/>
        <pc:sldMkLst>
          <pc:docMk/>
          <pc:sldMk cId="2191503521" sldId="263"/>
        </pc:sldMkLst>
        <pc:spChg chg="del">
          <ac:chgData name="amaris gray" userId="7d32a625072fa236" providerId="LiveId" clId="{123A19E9-223F-FB47-9A37-EF232BC6F938}" dt="2023-04-17T01:12:32.905" v="4" actId="478"/>
          <ac:spMkLst>
            <pc:docMk/>
            <pc:sldMk cId="2191503521" sldId="263"/>
            <ac:spMk id="2" creationId="{9309AD5D-9918-7BF3-2A79-FA54F3309942}"/>
          </ac:spMkLst>
        </pc:spChg>
        <pc:spChg chg="mod">
          <ac:chgData name="amaris gray" userId="7d32a625072fa236" providerId="LiveId" clId="{123A19E9-223F-FB47-9A37-EF232BC6F938}" dt="2023-04-17T01:24:46.566" v="185" actId="26606"/>
          <ac:spMkLst>
            <pc:docMk/>
            <pc:sldMk cId="2191503521" sldId="263"/>
            <ac:spMk id="3" creationId="{9C446DB6-3363-DC25-663B-9FC347BFD259}"/>
          </ac:spMkLst>
        </pc:spChg>
        <pc:spChg chg="add del">
          <ac:chgData name="amaris gray" userId="7d32a625072fa236" providerId="LiveId" clId="{123A19E9-223F-FB47-9A37-EF232BC6F938}" dt="2023-04-17T01:24:46.397" v="184" actId="26606"/>
          <ac:spMkLst>
            <pc:docMk/>
            <pc:sldMk cId="2191503521" sldId="263"/>
            <ac:spMk id="8" creationId="{E9B448F0-DA06-4165-AB5F-4330A20E06D0}"/>
          </ac:spMkLst>
        </pc:spChg>
        <pc:spChg chg="add">
          <ac:chgData name="amaris gray" userId="7d32a625072fa236" providerId="LiveId" clId="{123A19E9-223F-FB47-9A37-EF232BC6F938}" dt="2023-04-17T01:24:46.566" v="185" actId="26606"/>
          <ac:spMkLst>
            <pc:docMk/>
            <pc:sldMk cId="2191503521" sldId="263"/>
            <ac:spMk id="38" creationId="{6D29BE04-4454-4832-B83F-10D001BFF94D}"/>
          </ac:spMkLst>
        </pc:spChg>
        <pc:spChg chg="add">
          <ac:chgData name="amaris gray" userId="7d32a625072fa236" providerId="LiveId" clId="{123A19E9-223F-FB47-9A37-EF232BC6F938}" dt="2023-04-17T01:24:46.566" v="185" actId="26606"/>
          <ac:spMkLst>
            <pc:docMk/>
            <pc:sldMk cId="2191503521" sldId="263"/>
            <ac:spMk id="40" creationId="{98714CE9-3C2C-48E1-8B8F-CFB7735C43D7}"/>
          </ac:spMkLst>
        </pc:spChg>
        <pc:spChg chg="add">
          <ac:chgData name="amaris gray" userId="7d32a625072fa236" providerId="LiveId" clId="{123A19E9-223F-FB47-9A37-EF232BC6F938}" dt="2023-04-17T01:24:46.566" v="185" actId="26606"/>
          <ac:spMkLst>
            <pc:docMk/>
            <pc:sldMk cId="2191503521" sldId="263"/>
            <ac:spMk id="53" creationId="{CC892AB0-7D6D-4FC9-9105-0CB427161889}"/>
          </ac:spMkLst>
        </pc:spChg>
        <pc:grpChg chg="add del">
          <ac:chgData name="amaris gray" userId="7d32a625072fa236" providerId="LiveId" clId="{123A19E9-223F-FB47-9A37-EF232BC6F938}" dt="2023-04-17T01:24:46.397" v="184" actId="26606"/>
          <ac:grpSpMkLst>
            <pc:docMk/>
            <pc:sldMk cId="2191503521" sldId="263"/>
            <ac:grpSpMk id="12" creationId="{2576BCDF-119F-4EB5-83D7-ED823C93EBBD}"/>
          </ac:grpSpMkLst>
        </pc:grpChg>
        <pc:grpChg chg="add">
          <ac:chgData name="amaris gray" userId="7d32a625072fa236" providerId="LiveId" clId="{123A19E9-223F-FB47-9A37-EF232BC6F938}" dt="2023-04-17T01:24:46.566" v="185" actId="26606"/>
          <ac:grpSpMkLst>
            <pc:docMk/>
            <pc:sldMk cId="2191503521" sldId="263"/>
            <ac:grpSpMk id="18" creationId="{0328E69E-CE3D-4110-8BF7-AD3C0C10CB1C}"/>
          </ac:grpSpMkLst>
        </pc:grpChg>
        <pc:grpChg chg="add">
          <ac:chgData name="amaris gray" userId="7d32a625072fa236" providerId="LiveId" clId="{123A19E9-223F-FB47-9A37-EF232BC6F938}" dt="2023-04-17T01:24:46.566" v="185" actId="26606"/>
          <ac:grpSpMkLst>
            <pc:docMk/>
            <pc:sldMk cId="2191503521" sldId="263"/>
            <ac:grpSpMk id="24" creationId="{F64806C9-3599-45A7-BCFF-F762C54276F8}"/>
          </ac:grpSpMkLst>
        </pc:grpChg>
        <pc:grpChg chg="add">
          <ac:chgData name="amaris gray" userId="7d32a625072fa236" providerId="LiveId" clId="{123A19E9-223F-FB47-9A37-EF232BC6F938}" dt="2023-04-17T01:24:46.566" v="185" actId="26606"/>
          <ac:grpSpMkLst>
            <pc:docMk/>
            <pc:sldMk cId="2191503521" sldId="263"/>
            <ac:grpSpMk id="30" creationId="{1287AC97-A8E8-4B45-A50A-3057A88B4088}"/>
          </ac:grpSpMkLst>
        </pc:grpChg>
        <pc:grpChg chg="add del">
          <ac:chgData name="amaris gray" userId="7d32a625072fa236" providerId="LiveId" clId="{123A19E9-223F-FB47-9A37-EF232BC6F938}" dt="2023-04-17T01:24:46.397" v="184" actId="26606"/>
          <ac:grpSpMkLst>
            <pc:docMk/>
            <pc:sldMk cId="2191503521" sldId="263"/>
            <ac:grpSpMk id="41" creationId="{8DB4BB99-C854-45F9-BED1-63D15E3A2411}"/>
          </ac:grpSpMkLst>
        </pc:grpChg>
        <pc:grpChg chg="add">
          <ac:chgData name="amaris gray" userId="7d32a625072fa236" providerId="LiveId" clId="{123A19E9-223F-FB47-9A37-EF232BC6F938}" dt="2023-04-17T01:24:46.566" v="185" actId="26606"/>
          <ac:grpSpMkLst>
            <pc:docMk/>
            <pc:sldMk cId="2191503521" sldId="263"/>
            <ac:grpSpMk id="54" creationId="{807353E4-FA19-40CB-8AF8-3A8E6704BE09}"/>
          </ac:grpSpMkLst>
        </pc:grpChg>
        <pc:picChg chg="add del">
          <ac:chgData name="amaris gray" userId="7d32a625072fa236" providerId="LiveId" clId="{123A19E9-223F-FB47-9A37-EF232BC6F938}" dt="2023-04-17T01:24:46.397" v="184" actId="26606"/>
          <ac:picMkLst>
            <pc:docMk/>
            <pc:sldMk cId="2191503521" sldId="263"/>
            <ac:picMk id="10" creationId="{92D83638-A467-411A-9C31-FE9A111CD885}"/>
          </ac:picMkLst>
        </pc:picChg>
      </pc:sldChg>
      <pc:sldChg chg="addSp modSp new mod setBg">
        <pc:chgData name="amaris gray" userId="7d32a625072fa236" providerId="LiveId" clId="{123A19E9-223F-FB47-9A37-EF232BC6F938}" dt="2023-04-17T01:25:08.011" v="186" actId="26606"/>
        <pc:sldMkLst>
          <pc:docMk/>
          <pc:sldMk cId="1020194294" sldId="264"/>
        </pc:sldMkLst>
        <pc:spChg chg="mod">
          <ac:chgData name="amaris gray" userId="7d32a625072fa236" providerId="LiveId" clId="{123A19E9-223F-FB47-9A37-EF232BC6F938}" dt="2023-04-17T01:25:08.011" v="186" actId="26606"/>
          <ac:spMkLst>
            <pc:docMk/>
            <pc:sldMk cId="1020194294" sldId="264"/>
            <ac:spMk id="2" creationId="{E1DE4563-2395-E752-0FF4-433602ABB30B}"/>
          </ac:spMkLst>
        </pc:spChg>
        <pc:spChg chg="mod">
          <ac:chgData name="amaris gray" userId="7d32a625072fa236" providerId="LiveId" clId="{123A19E9-223F-FB47-9A37-EF232BC6F938}" dt="2023-04-17T01:25:08.011" v="186" actId="26606"/>
          <ac:spMkLst>
            <pc:docMk/>
            <pc:sldMk cId="1020194294" sldId="264"/>
            <ac:spMk id="3" creationId="{3E164BDE-673E-7B1C-E9CE-C411E8275C9D}"/>
          </ac:spMkLst>
        </pc:spChg>
        <pc:grpChg chg="add">
          <ac:chgData name="amaris gray" userId="7d32a625072fa236" providerId="LiveId" clId="{123A19E9-223F-FB47-9A37-EF232BC6F938}" dt="2023-04-17T01:25:08.011" v="186" actId="26606"/>
          <ac:grpSpMkLst>
            <pc:docMk/>
            <pc:sldMk cId="1020194294" sldId="264"/>
            <ac:grpSpMk id="9" creationId="{CA4BA62A-90C3-46AC-ABF1-DB389760F9D8}"/>
          </ac:grpSpMkLst>
        </pc:grpChg>
        <pc:grpChg chg="add">
          <ac:chgData name="amaris gray" userId="7d32a625072fa236" providerId="LiveId" clId="{123A19E9-223F-FB47-9A37-EF232BC6F938}" dt="2023-04-17T01:25:08.011" v="186" actId="26606"/>
          <ac:grpSpMkLst>
            <pc:docMk/>
            <pc:sldMk cId="1020194294" sldId="264"/>
            <ac:grpSpMk id="13" creationId="{799BB957-1ECA-4DD2-AF2D-84C4D94B6CD9}"/>
          </ac:grpSpMkLst>
        </pc:grpChg>
        <pc:picChg chg="add">
          <ac:chgData name="amaris gray" userId="7d32a625072fa236" providerId="LiveId" clId="{123A19E9-223F-FB47-9A37-EF232BC6F938}" dt="2023-04-17T01:25:08.011" v="186" actId="26606"/>
          <ac:picMkLst>
            <pc:docMk/>
            <pc:sldMk cId="1020194294" sldId="264"/>
            <ac:picMk id="5" creationId="{2DEB7160-2B7A-2682-D598-A04406FB37B9}"/>
          </ac:picMkLst>
        </pc:picChg>
      </pc:sldChg>
      <pc:sldChg chg="modSp new">
        <pc:chgData name="amaris gray" userId="7d32a625072fa236" providerId="LiveId" clId="{123A19E9-223F-FB47-9A37-EF232BC6F938}" dt="2023-04-17T01:19:27.131" v="159" actId="20577"/>
        <pc:sldMkLst>
          <pc:docMk/>
          <pc:sldMk cId="1639439159" sldId="265"/>
        </pc:sldMkLst>
        <pc:spChg chg="mod">
          <ac:chgData name="amaris gray" userId="7d32a625072fa236" providerId="LiveId" clId="{123A19E9-223F-FB47-9A37-EF232BC6F938}" dt="2023-04-17T01:19:27.131" v="159" actId="20577"/>
          <ac:spMkLst>
            <pc:docMk/>
            <pc:sldMk cId="1639439159" sldId="265"/>
            <ac:spMk id="2" creationId="{AF3F2573-71F2-EA8C-F490-470FC8B54F13}"/>
          </ac:spMkLst>
        </pc:spChg>
      </pc:sldChg>
      <pc:sldChg chg="modSp new mod chgLayout">
        <pc:chgData name="amaris gray" userId="7d32a625072fa236" providerId="LiveId" clId="{123A19E9-223F-FB47-9A37-EF232BC6F938}" dt="2023-04-17T01:23:22.126" v="179" actId="1076"/>
        <pc:sldMkLst>
          <pc:docMk/>
          <pc:sldMk cId="4218042177" sldId="266"/>
        </pc:sldMkLst>
        <pc:spChg chg="mod ord">
          <ac:chgData name="amaris gray" userId="7d32a625072fa236" providerId="LiveId" clId="{123A19E9-223F-FB47-9A37-EF232BC6F938}" dt="2023-04-17T01:23:10.522" v="178" actId="1076"/>
          <ac:spMkLst>
            <pc:docMk/>
            <pc:sldMk cId="4218042177" sldId="266"/>
            <ac:spMk id="2" creationId="{BBDACDD4-D167-9223-8309-6D9321B00ACB}"/>
          </ac:spMkLst>
        </pc:spChg>
        <pc:spChg chg="mod ord">
          <ac:chgData name="amaris gray" userId="7d32a625072fa236" providerId="LiveId" clId="{123A19E9-223F-FB47-9A37-EF232BC6F938}" dt="2023-04-17T01:23:22.126" v="179" actId="1076"/>
          <ac:spMkLst>
            <pc:docMk/>
            <pc:sldMk cId="4218042177" sldId="266"/>
            <ac:spMk id="3" creationId="{4594C4AF-9FAE-04E4-BB17-A63A007033B9}"/>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5898F52-2787-4BA2-BBBC-9395E9F86D50}" type="datetimeFigureOut">
              <a:rPr lang="en-US" smtClean="0"/>
              <a:t>4/16/2023</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688976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3657835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898F52-2787-4BA2-BBBC-9395E9F86D50}"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91901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3274153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1747427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898F52-2787-4BA2-BBBC-9395E9F86D50}" type="datetimeFigureOut">
              <a:rPr lang="en-US" smtClean="0"/>
              <a:t>4/16/2023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3592147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98F52-2787-4BA2-BBBC-9395E9F86D50}" type="datetimeFigureOut">
              <a:rPr lang="en-US" smtClean="0"/>
              <a:t>4/16/2023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1765966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3066647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898F52-2787-4BA2-BBBC-9395E9F86D50}" type="datetimeFigureOut">
              <a:rPr lang="en-US" smtClean="0"/>
              <a:t>4/16/2023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3529032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2380970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51349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pPr/>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24714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199148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30196466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20762292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3042033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898F52-2787-4BA2-BBBC-9395E9F86D50}" type="datetimeFigureOut">
              <a:rPr lang="en-US" smtClean="0"/>
              <a:pPr/>
              <a:t>4/16/2023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pPr/>
              <a:t>‹#›</a:t>
            </a:fld>
            <a:endParaRPr lang="en-US"/>
          </a:p>
        </p:txBody>
      </p:sp>
    </p:spTree>
    <p:extLst>
      <p:ext uri="{BB962C8B-B14F-4D97-AF65-F5344CB8AC3E}">
        <p14:creationId xmlns:p14="http://schemas.microsoft.com/office/powerpoint/2010/main" val="4164106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5898F52-2787-4BA2-BBBC-9395E9F86D50}" type="datetimeFigureOut">
              <a:rPr lang="en-US" smtClean="0"/>
              <a:pPr/>
              <a:t>4/16/2023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C8B8A27-DF03-4546-BA93-21C967D57E5C}" type="slidenum">
              <a:rPr lang="en-US" smtClean="0"/>
              <a:pPr/>
              <a:t>‹#›</a:t>
            </a:fld>
            <a:endParaRPr lang="en-US"/>
          </a:p>
        </p:txBody>
      </p:sp>
    </p:spTree>
    <p:extLst>
      <p:ext uri="{BB962C8B-B14F-4D97-AF65-F5344CB8AC3E}">
        <p14:creationId xmlns:p14="http://schemas.microsoft.com/office/powerpoint/2010/main" val="1371298354"/>
      </p:ext>
    </p:extLst>
  </p:cSld>
  <p:clrMap bg1="dk1" tx1="lt1" bg2="dk2" tx2="lt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linkedin.com/advice/3/how-do-you-decide-between-agile-waterfall-your#:~:text=When%20deciding%20between%20agile%20or%20waterfall%20for%20your,the%20capabilities%20and%20culture%20of%20your%20development%20team." TargetMode="External"/><Relationship Id="rId2" Type="http://schemas.openxmlformats.org/officeDocument/2006/relationships/hyperlink" Target="https://theproductmanager.com/topics/software-development-life-cycl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77FDD-DFA6-940D-F304-DFA99B568EB6}"/>
              </a:ext>
            </a:extLst>
          </p:cNvPr>
          <p:cNvSpPr>
            <a:spLocks noGrp="1"/>
          </p:cNvSpPr>
          <p:nvPr>
            <p:ph type="ctrTitle"/>
          </p:nvPr>
        </p:nvSpPr>
        <p:spPr>
          <a:xfrm>
            <a:off x="2069331" y="4934601"/>
            <a:ext cx="8031961" cy="882398"/>
          </a:xfrm>
        </p:spPr>
        <p:txBody>
          <a:bodyPr>
            <a:normAutofit/>
          </a:bodyPr>
          <a:lstStyle/>
          <a:p>
            <a:r>
              <a:rPr lang="en-US" sz="4400"/>
              <a:t>The Agile Approach</a:t>
            </a:r>
            <a:endParaRPr lang="en-US" sz="4400" dirty="0"/>
          </a:p>
        </p:txBody>
      </p:sp>
      <p:sp>
        <p:nvSpPr>
          <p:cNvPr id="3" name="Subtitle 2">
            <a:extLst>
              <a:ext uri="{FF2B5EF4-FFF2-40B4-BE49-F238E27FC236}">
                <a16:creationId xmlns:a16="http://schemas.microsoft.com/office/drawing/2014/main" id="{0D1FE6E4-33EF-CB60-CB8D-F02C0A9B29F7}"/>
              </a:ext>
            </a:extLst>
          </p:cNvPr>
          <p:cNvSpPr>
            <a:spLocks noGrp="1"/>
          </p:cNvSpPr>
          <p:nvPr>
            <p:ph type="subTitle" idx="1"/>
          </p:nvPr>
        </p:nvSpPr>
        <p:spPr>
          <a:xfrm>
            <a:off x="2780983" y="5945844"/>
            <a:ext cx="6396471" cy="509627"/>
          </a:xfrm>
        </p:spPr>
        <p:txBody>
          <a:bodyPr>
            <a:normAutofit/>
          </a:bodyPr>
          <a:lstStyle/>
          <a:p>
            <a:r>
              <a:rPr lang="en-US" sz="1200" dirty="0"/>
              <a:t>Presentation by Amaris gray</a:t>
            </a:r>
          </a:p>
        </p:txBody>
      </p:sp>
      <p:pic>
        <p:nvPicPr>
          <p:cNvPr id="4" name="Picture 3" descr="An abstract burst of blue and pink">
            <a:extLst>
              <a:ext uri="{FF2B5EF4-FFF2-40B4-BE49-F238E27FC236}">
                <a16:creationId xmlns:a16="http://schemas.microsoft.com/office/drawing/2014/main" id="{13E77D99-EDAB-089B-3197-148DFAA80413}"/>
              </a:ext>
            </a:extLst>
          </p:cNvPr>
          <p:cNvPicPr>
            <a:picLocks noChangeAspect="1"/>
          </p:cNvPicPr>
          <p:nvPr/>
        </p:nvPicPr>
        <p:blipFill rotWithShape="1">
          <a:blip r:embed="rId2"/>
          <a:srcRect t="23586" b="10694"/>
          <a:stretch/>
        </p:blipFill>
        <p:spPr>
          <a:xfrm>
            <a:off x="-15509" y="-121687"/>
            <a:ext cx="12200741" cy="4510316"/>
          </a:xfrm>
          <a:prstGeom prst="rect">
            <a:avLst/>
          </a:prstGeom>
        </p:spPr>
      </p:pic>
    </p:spTree>
    <p:extLst>
      <p:ext uri="{BB962C8B-B14F-4D97-AF65-F5344CB8AC3E}">
        <p14:creationId xmlns:p14="http://schemas.microsoft.com/office/powerpoint/2010/main" val="22398517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9ACD3AF8-B16E-4174-8C1A-41F683C4AF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FF5EAD09-B81D-415F-8BCF-73C81AE05F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0" name="Rectangle 5">
              <a:extLst>
                <a:ext uri="{FF2B5EF4-FFF2-40B4-BE49-F238E27FC236}">
                  <a16:creationId xmlns:a16="http://schemas.microsoft.com/office/drawing/2014/main" id="{CFB79010-8ED4-49EF-AFD2-F4D8C80B69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sp>
        <p:sp>
          <p:nvSpPr>
            <p:cNvPr id="11" name="Freeform 6">
              <a:extLst>
                <a:ext uri="{FF2B5EF4-FFF2-40B4-BE49-F238E27FC236}">
                  <a16:creationId xmlns:a16="http://schemas.microsoft.com/office/drawing/2014/main" id="{4649B869-006E-42B5-9DDC-21049B130E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12" name="Freeform 7">
              <a:extLst>
                <a:ext uri="{FF2B5EF4-FFF2-40B4-BE49-F238E27FC236}">
                  <a16:creationId xmlns:a16="http://schemas.microsoft.com/office/drawing/2014/main" id="{443096BD-333F-48B6-8220-D1F9793E40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13" name="Rectangle 8">
              <a:extLst>
                <a:ext uri="{FF2B5EF4-FFF2-40B4-BE49-F238E27FC236}">
                  <a16:creationId xmlns:a16="http://schemas.microsoft.com/office/drawing/2014/main" id="{1A45BB9A-7E84-4B9B-923A-270A97F852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sp>
        <p:sp>
          <p:nvSpPr>
            <p:cNvPr id="14" name="Freeform 9">
              <a:extLst>
                <a:ext uri="{FF2B5EF4-FFF2-40B4-BE49-F238E27FC236}">
                  <a16:creationId xmlns:a16="http://schemas.microsoft.com/office/drawing/2014/main" id="{D7D7C768-2F76-4DE2-A807-1B9FFF816C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15" name="Freeform 10">
              <a:extLst>
                <a:ext uri="{FF2B5EF4-FFF2-40B4-BE49-F238E27FC236}">
                  <a16:creationId xmlns:a16="http://schemas.microsoft.com/office/drawing/2014/main" id="{1870B32E-EE42-470E-B543-CA55AEC8C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16" name="Freeform 11">
              <a:extLst>
                <a:ext uri="{FF2B5EF4-FFF2-40B4-BE49-F238E27FC236}">
                  <a16:creationId xmlns:a16="http://schemas.microsoft.com/office/drawing/2014/main" id="{EEF09120-11AA-4DB5-98A8-EC4923002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17" name="Freeform 12">
              <a:extLst>
                <a:ext uri="{FF2B5EF4-FFF2-40B4-BE49-F238E27FC236}">
                  <a16:creationId xmlns:a16="http://schemas.microsoft.com/office/drawing/2014/main" id="{39CC463D-589C-461C-A234-0460EB06B8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18" name="Freeform 13">
              <a:extLst>
                <a:ext uri="{FF2B5EF4-FFF2-40B4-BE49-F238E27FC236}">
                  <a16:creationId xmlns:a16="http://schemas.microsoft.com/office/drawing/2014/main" id="{B6516153-269A-421E-A021-CB3F3C5E1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19" name="Freeform 14">
              <a:extLst>
                <a:ext uri="{FF2B5EF4-FFF2-40B4-BE49-F238E27FC236}">
                  <a16:creationId xmlns:a16="http://schemas.microsoft.com/office/drawing/2014/main" id="{45E14300-6C4A-4F77-915F-F3B25B023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0" name="Freeform 15">
              <a:extLst>
                <a:ext uri="{FF2B5EF4-FFF2-40B4-BE49-F238E27FC236}">
                  <a16:creationId xmlns:a16="http://schemas.microsoft.com/office/drawing/2014/main" id="{993E312A-E6A6-4B52-ADE6-618ADC89BA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1" name="Freeform 16">
              <a:extLst>
                <a:ext uri="{FF2B5EF4-FFF2-40B4-BE49-F238E27FC236}">
                  <a16:creationId xmlns:a16="http://schemas.microsoft.com/office/drawing/2014/main" id="{2F0F3026-2480-472B-8C52-36812C81E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2" name="Freeform 17">
              <a:extLst>
                <a:ext uri="{FF2B5EF4-FFF2-40B4-BE49-F238E27FC236}">
                  <a16:creationId xmlns:a16="http://schemas.microsoft.com/office/drawing/2014/main" id="{34E1C992-559D-4827-9F30-31A3CA7A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3" name="Freeform 18">
              <a:extLst>
                <a:ext uri="{FF2B5EF4-FFF2-40B4-BE49-F238E27FC236}">
                  <a16:creationId xmlns:a16="http://schemas.microsoft.com/office/drawing/2014/main" id="{D9F2FB98-F443-498F-AAD9-6945825681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4" name="Freeform 19">
              <a:extLst>
                <a:ext uri="{FF2B5EF4-FFF2-40B4-BE49-F238E27FC236}">
                  <a16:creationId xmlns:a16="http://schemas.microsoft.com/office/drawing/2014/main" id="{75DBF6EC-ED50-43E4-8A8B-64CE86A88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5" name="Freeform 20">
              <a:extLst>
                <a:ext uri="{FF2B5EF4-FFF2-40B4-BE49-F238E27FC236}">
                  <a16:creationId xmlns:a16="http://schemas.microsoft.com/office/drawing/2014/main" id="{FD854F40-AC43-4F21-9C62-2CE35CFD2B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6" name="Freeform 21">
              <a:extLst>
                <a:ext uri="{FF2B5EF4-FFF2-40B4-BE49-F238E27FC236}">
                  <a16:creationId xmlns:a16="http://schemas.microsoft.com/office/drawing/2014/main" id="{62CCB560-494A-4F74-9DE4-068806A893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7" name="Freeform 22">
              <a:extLst>
                <a:ext uri="{FF2B5EF4-FFF2-40B4-BE49-F238E27FC236}">
                  <a16:creationId xmlns:a16="http://schemas.microsoft.com/office/drawing/2014/main" id="{6F9A05F2-B5D2-4D8A-9A78-14E45C13F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8" name="Freeform 23">
              <a:extLst>
                <a:ext uri="{FF2B5EF4-FFF2-40B4-BE49-F238E27FC236}">
                  <a16:creationId xmlns:a16="http://schemas.microsoft.com/office/drawing/2014/main" id="{A6373189-19BB-4BEC-84A3-432253E05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29" name="Freeform 24">
              <a:extLst>
                <a:ext uri="{FF2B5EF4-FFF2-40B4-BE49-F238E27FC236}">
                  <a16:creationId xmlns:a16="http://schemas.microsoft.com/office/drawing/2014/main" id="{71AB3122-947A-44DB-B190-A2601C6C95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30" name="Freeform 25">
              <a:extLst>
                <a:ext uri="{FF2B5EF4-FFF2-40B4-BE49-F238E27FC236}">
                  <a16:creationId xmlns:a16="http://schemas.microsoft.com/office/drawing/2014/main" id="{74B4109D-3AFC-4D44-87B1-0CDED3E63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31" name="Freeform 26">
              <a:extLst>
                <a:ext uri="{FF2B5EF4-FFF2-40B4-BE49-F238E27FC236}">
                  <a16:creationId xmlns:a16="http://schemas.microsoft.com/office/drawing/2014/main" id="{44AAD39F-F7C9-4D00-95E0-0465B4E858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32" name="Freeform 27">
              <a:extLst>
                <a:ext uri="{FF2B5EF4-FFF2-40B4-BE49-F238E27FC236}">
                  <a16:creationId xmlns:a16="http://schemas.microsoft.com/office/drawing/2014/main" id="{C1DCAB8D-6EF6-4A84-8D0C-AA9226DEC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33" name="Freeform 28">
              <a:extLst>
                <a:ext uri="{FF2B5EF4-FFF2-40B4-BE49-F238E27FC236}">
                  <a16:creationId xmlns:a16="http://schemas.microsoft.com/office/drawing/2014/main" id="{C407F97F-83CF-4703-B9E0-6335530E32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34" name="Freeform 29">
              <a:extLst>
                <a:ext uri="{FF2B5EF4-FFF2-40B4-BE49-F238E27FC236}">
                  <a16:creationId xmlns:a16="http://schemas.microsoft.com/office/drawing/2014/main" id="{0D8D2363-5D84-4CFF-89AA-3C93C859D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35" name="Freeform 30">
              <a:extLst>
                <a:ext uri="{FF2B5EF4-FFF2-40B4-BE49-F238E27FC236}">
                  <a16:creationId xmlns:a16="http://schemas.microsoft.com/office/drawing/2014/main" id="{0435A35C-AC99-4E12-8CB0-9C640DAA94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36" name="Freeform 31">
              <a:extLst>
                <a:ext uri="{FF2B5EF4-FFF2-40B4-BE49-F238E27FC236}">
                  <a16:creationId xmlns:a16="http://schemas.microsoft.com/office/drawing/2014/main" id="{F20392CF-2256-4527-836B-2E6F88596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37" name="Freeform 32">
              <a:extLst>
                <a:ext uri="{FF2B5EF4-FFF2-40B4-BE49-F238E27FC236}">
                  <a16:creationId xmlns:a16="http://schemas.microsoft.com/office/drawing/2014/main" id="{C52C3AD3-122C-4010-9C55-B0247F8CCA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38" name="Rectangle 33">
              <a:extLst>
                <a:ext uri="{FF2B5EF4-FFF2-40B4-BE49-F238E27FC236}">
                  <a16:creationId xmlns:a16="http://schemas.microsoft.com/office/drawing/2014/main" id="{EFCB53ED-09C0-4AD7-9BBC-366833D5FE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sp>
        <p:sp>
          <p:nvSpPr>
            <p:cNvPr id="39" name="Freeform 34">
              <a:extLst>
                <a:ext uri="{FF2B5EF4-FFF2-40B4-BE49-F238E27FC236}">
                  <a16:creationId xmlns:a16="http://schemas.microsoft.com/office/drawing/2014/main" id="{6F309F52-BFCF-47D9-8089-BC049540DB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0" name="Freeform 35">
              <a:extLst>
                <a:ext uri="{FF2B5EF4-FFF2-40B4-BE49-F238E27FC236}">
                  <a16:creationId xmlns:a16="http://schemas.microsoft.com/office/drawing/2014/main" id="{5F9AE85F-C7AA-4761-B468-2E100829B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1" name="Freeform 36">
              <a:extLst>
                <a:ext uri="{FF2B5EF4-FFF2-40B4-BE49-F238E27FC236}">
                  <a16:creationId xmlns:a16="http://schemas.microsoft.com/office/drawing/2014/main" id="{2C81C778-91E5-4AE9-AACB-8566E7A28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2" name="Freeform 37">
              <a:extLst>
                <a:ext uri="{FF2B5EF4-FFF2-40B4-BE49-F238E27FC236}">
                  <a16:creationId xmlns:a16="http://schemas.microsoft.com/office/drawing/2014/main" id="{6C56E0B4-58A0-4B2B-BD56-54121BB8DB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3" name="Freeform 38">
              <a:extLst>
                <a:ext uri="{FF2B5EF4-FFF2-40B4-BE49-F238E27FC236}">
                  <a16:creationId xmlns:a16="http://schemas.microsoft.com/office/drawing/2014/main" id="{88A29CFE-13A6-4509-946F-5C074F85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4" name="Freeform 39">
              <a:extLst>
                <a:ext uri="{FF2B5EF4-FFF2-40B4-BE49-F238E27FC236}">
                  <a16:creationId xmlns:a16="http://schemas.microsoft.com/office/drawing/2014/main" id="{00235A0A-018B-4499-AC16-AF83457BF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5" name="Freeform 40">
              <a:extLst>
                <a:ext uri="{FF2B5EF4-FFF2-40B4-BE49-F238E27FC236}">
                  <a16:creationId xmlns:a16="http://schemas.microsoft.com/office/drawing/2014/main" id="{861DF9B7-50DC-4EBE-8B23-97FE92DBBB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6" name="Freeform 41">
              <a:extLst>
                <a:ext uri="{FF2B5EF4-FFF2-40B4-BE49-F238E27FC236}">
                  <a16:creationId xmlns:a16="http://schemas.microsoft.com/office/drawing/2014/main" id="{69673907-73D7-4729-A911-9BD078EC2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7" name="Freeform 42">
              <a:extLst>
                <a:ext uri="{FF2B5EF4-FFF2-40B4-BE49-F238E27FC236}">
                  <a16:creationId xmlns:a16="http://schemas.microsoft.com/office/drawing/2014/main" id="{4DC844D3-8053-4EE7-A286-50157B6FD8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8" name="Freeform 43">
              <a:extLst>
                <a:ext uri="{FF2B5EF4-FFF2-40B4-BE49-F238E27FC236}">
                  <a16:creationId xmlns:a16="http://schemas.microsoft.com/office/drawing/2014/main" id="{D67575A0-A45A-4773-874C-16370E367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49" name="Freeform 44">
              <a:extLst>
                <a:ext uri="{FF2B5EF4-FFF2-40B4-BE49-F238E27FC236}">
                  <a16:creationId xmlns:a16="http://schemas.microsoft.com/office/drawing/2014/main" id="{4327252B-B62B-4DE0-A924-B7F6E40AD9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50" name="Rectangle 45">
              <a:extLst>
                <a:ext uri="{FF2B5EF4-FFF2-40B4-BE49-F238E27FC236}">
                  <a16:creationId xmlns:a16="http://schemas.microsoft.com/office/drawing/2014/main" id="{778BC6A7-AC19-497B-A7C6-E447B2EBDA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sp>
        <p:sp>
          <p:nvSpPr>
            <p:cNvPr id="51" name="Freeform 46">
              <a:extLst>
                <a:ext uri="{FF2B5EF4-FFF2-40B4-BE49-F238E27FC236}">
                  <a16:creationId xmlns:a16="http://schemas.microsoft.com/office/drawing/2014/main" id="{4E79A87B-BF1F-437A-9FED-BE93025E5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52" name="Freeform 47">
              <a:extLst>
                <a:ext uri="{FF2B5EF4-FFF2-40B4-BE49-F238E27FC236}">
                  <a16:creationId xmlns:a16="http://schemas.microsoft.com/office/drawing/2014/main" id="{DFAAF3CC-B4E0-45C8-AC2D-EF0D6D823D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53" name="Freeform 48">
              <a:extLst>
                <a:ext uri="{FF2B5EF4-FFF2-40B4-BE49-F238E27FC236}">
                  <a16:creationId xmlns:a16="http://schemas.microsoft.com/office/drawing/2014/main" id="{A5A12C87-1E4A-4664-B2F4-A1C8B656F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54" name="Freeform 49">
              <a:extLst>
                <a:ext uri="{FF2B5EF4-FFF2-40B4-BE49-F238E27FC236}">
                  <a16:creationId xmlns:a16="http://schemas.microsoft.com/office/drawing/2014/main" id="{B3AF8230-4630-4505-ADDB-16A9B6B377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55" name="Freeform 50">
              <a:extLst>
                <a:ext uri="{FF2B5EF4-FFF2-40B4-BE49-F238E27FC236}">
                  <a16:creationId xmlns:a16="http://schemas.microsoft.com/office/drawing/2014/main" id="{33F93F6D-724D-42F3-AF1D-3081EAB5D1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56" name="Freeform 51">
              <a:extLst>
                <a:ext uri="{FF2B5EF4-FFF2-40B4-BE49-F238E27FC236}">
                  <a16:creationId xmlns:a16="http://schemas.microsoft.com/office/drawing/2014/main" id="{F5DD7A8F-FB67-4E79-80DB-0FAF3A098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57" name="Freeform 52">
              <a:extLst>
                <a:ext uri="{FF2B5EF4-FFF2-40B4-BE49-F238E27FC236}">
                  <a16:creationId xmlns:a16="http://schemas.microsoft.com/office/drawing/2014/main" id="{7B140A84-E89E-4A80-9DF8-7BCA45F90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58" name="Freeform 53">
              <a:extLst>
                <a:ext uri="{FF2B5EF4-FFF2-40B4-BE49-F238E27FC236}">
                  <a16:creationId xmlns:a16="http://schemas.microsoft.com/office/drawing/2014/main" id="{279E1D6A-EFE2-44C6-A5BF-DFADF0DC91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59" name="Freeform 54">
              <a:extLst>
                <a:ext uri="{FF2B5EF4-FFF2-40B4-BE49-F238E27FC236}">
                  <a16:creationId xmlns:a16="http://schemas.microsoft.com/office/drawing/2014/main" id="{C9FA2204-561F-4ABB-988C-03053820F1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60" name="Freeform 55">
              <a:extLst>
                <a:ext uri="{FF2B5EF4-FFF2-40B4-BE49-F238E27FC236}">
                  <a16:creationId xmlns:a16="http://schemas.microsoft.com/office/drawing/2014/main" id="{8BD7D04E-AC0A-424F-BC40-28842DAF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61" name="Freeform 56">
              <a:extLst>
                <a:ext uri="{FF2B5EF4-FFF2-40B4-BE49-F238E27FC236}">
                  <a16:creationId xmlns:a16="http://schemas.microsoft.com/office/drawing/2014/main" id="{32B616A2-FE09-47DD-B58C-12EE58B7CA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62" name="Freeform 57">
              <a:extLst>
                <a:ext uri="{FF2B5EF4-FFF2-40B4-BE49-F238E27FC236}">
                  <a16:creationId xmlns:a16="http://schemas.microsoft.com/office/drawing/2014/main" id="{08C5EAF5-6064-484E-BA05-80D09D84E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sp>
          <p:nvSpPr>
            <p:cNvPr id="63" name="Freeform 58">
              <a:extLst>
                <a:ext uri="{FF2B5EF4-FFF2-40B4-BE49-F238E27FC236}">
                  <a16:creationId xmlns:a16="http://schemas.microsoft.com/office/drawing/2014/main" id="{F11D90DF-D275-4725-884C-77E5E01D89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p>
      </p:grpSp>
      <p:sp useBgFill="1">
        <p:nvSpPr>
          <p:cNvPr id="65" name="Rectangle 64">
            <a:extLst>
              <a:ext uri="{FF2B5EF4-FFF2-40B4-BE49-F238E27FC236}">
                <a16:creationId xmlns:a16="http://schemas.microsoft.com/office/drawing/2014/main" id="{B7D4B16D-600A-41A1-8B1B-3727C56C0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DE7C35E0-BD19-4AFC-81BF-7A7507E9C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60000"/>
            </a:schemeClr>
          </a:solidFill>
          <a:effectLst/>
        </p:grpSpPr>
        <p:sp>
          <p:nvSpPr>
            <p:cNvPr id="68" name="Rectangle 5">
              <a:extLst>
                <a:ext uri="{FF2B5EF4-FFF2-40B4-BE49-F238E27FC236}">
                  <a16:creationId xmlns:a16="http://schemas.microsoft.com/office/drawing/2014/main" id="{1E08D20A-3975-4596-85C6-D4679958628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69" name="Freeform 6">
              <a:extLst>
                <a:ext uri="{FF2B5EF4-FFF2-40B4-BE49-F238E27FC236}">
                  <a16:creationId xmlns:a16="http://schemas.microsoft.com/office/drawing/2014/main" id="{630A9349-BFE4-4720-A229-98DCD3B69F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0" name="Freeform 7">
              <a:extLst>
                <a:ext uri="{FF2B5EF4-FFF2-40B4-BE49-F238E27FC236}">
                  <a16:creationId xmlns:a16="http://schemas.microsoft.com/office/drawing/2014/main" id="{28487744-BBC9-4D40-85B3-0D45003C33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1" name="Rectangle 8">
              <a:extLst>
                <a:ext uri="{FF2B5EF4-FFF2-40B4-BE49-F238E27FC236}">
                  <a16:creationId xmlns:a16="http://schemas.microsoft.com/office/drawing/2014/main" id="{FAD6EF4D-97BD-46B4-9B5B-CD70971DD55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72" name="Freeform 9">
              <a:extLst>
                <a:ext uri="{FF2B5EF4-FFF2-40B4-BE49-F238E27FC236}">
                  <a16:creationId xmlns:a16="http://schemas.microsoft.com/office/drawing/2014/main" id="{210DCC42-11D2-4162-B47A-869B3F6694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3" name="Freeform 10">
              <a:extLst>
                <a:ext uri="{FF2B5EF4-FFF2-40B4-BE49-F238E27FC236}">
                  <a16:creationId xmlns:a16="http://schemas.microsoft.com/office/drawing/2014/main" id="{DE4880D6-6ECE-4F1B-B474-FE3940D04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4" name="Freeform 11">
              <a:extLst>
                <a:ext uri="{FF2B5EF4-FFF2-40B4-BE49-F238E27FC236}">
                  <a16:creationId xmlns:a16="http://schemas.microsoft.com/office/drawing/2014/main" id="{A1A39307-F675-49D2-9E45-28DA2AB5C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5" name="Freeform 12">
              <a:extLst>
                <a:ext uri="{FF2B5EF4-FFF2-40B4-BE49-F238E27FC236}">
                  <a16:creationId xmlns:a16="http://schemas.microsoft.com/office/drawing/2014/main" id="{AC5E23C5-C5D6-4BC3-9531-C0B2D7D29F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6" name="Freeform 13">
              <a:extLst>
                <a:ext uri="{FF2B5EF4-FFF2-40B4-BE49-F238E27FC236}">
                  <a16:creationId xmlns:a16="http://schemas.microsoft.com/office/drawing/2014/main" id="{4D3FC0A7-9672-4B19-8D54-71C3B39F7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7" name="Freeform 14">
              <a:extLst>
                <a:ext uri="{FF2B5EF4-FFF2-40B4-BE49-F238E27FC236}">
                  <a16:creationId xmlns:a16="http://schemas.microsoft.com/office/drawing/2014/main" id="{9911D04C-3FFB-4D1E-8F59-5C02692E3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8" name="Freeform 15">
              <a:extLst>
                <a:ext uri="{FF2B5EF4-FFF2-40B4-BE49-F238E27FC236}">
                  <a16:creationId xmlns:a16="http://schemas.microsoft.com/office/drawing/2014/main" id="{A0178C8F-EF32-4F3D-B022-60A7DE1367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9" name="Freeform 16">
              <a:extLst>
                <a:ext uri="{FF2B5EF4-FFF2-40B4-BE49-F238E27FC236}">
                  <a16:creationId xmlns:a16="http://schemas.microsoft.com/office/drawing/2014/main" id="{EEB2DD25-DE0D-48CE-8218-E4EF12273A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0" name="Freeform 17">
              <a:extLst>
                <a:ext uri="{FF2B5EF4-FFF2-40B4-BE49-F238E27FC236}">
                  <a16:creationId xmlns:a16="http://schemas.microsoft.com/office/drawing/2014/main" id="{13C92E55-66CB-48F7-BF28-5D8ED146B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1" name="Freeform 18">
              <a:extLst>
                <a:ext uri="{FF2B5EF4-FFF2-40B4-BE49-F238E27FC236}">
                  <a16:creationId xmlns:a16="http://schemas.microsoft.com/office/drawing/2014/main" id="{CB0B6C7B-4820-48AB-92AF-896559F009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2" name="Freeform 19">
              <a:extLst>
                <a:ext uri="{FF2B5EF4-FFF2-40B4-BE49-F238E27FC236}">
                  <a16:creationId xmlns:a16="http://schemas.microsoft.com/office/drawing/2014/main" id="{2018EECD-4518-458F-989E-6FCAE5AE0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3" name="Freeform 20">
              <a:extLst>
                <a:ext uri="{FF2B5EF4-FFF2-40B4-BE49-F238E27FC236}">
                  <a16:creationId xmlns:a16="http://schemas.microsoft.com/office/drawing/2014/main" id="{1FB0915F-3C52-468A-87E7-F3EE381DA3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4" name="Freeform 21">
              <a:extLst>
                <a:ext uri="{FF2B5EF4-FFF2-40B4-BE49-F238E27FC236}">
                  <a16:creationId xmlns:a16="http://schemas.microsoft.com/office/drawing/2014/main" id="{7B184771-5A8E-4ED5-9179-24B19F26C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5" name="Freeform 22">
              <a:extLst>
                <a:ext uri="{FF2B5EF4-FFF2-40B4-BE49-F238E27FC236}">
                  <a16:creationId xmlns:a16="http://schemas.microsoft.com/office/drawing/2014/main" id="{BC5162D1-D64C-4FBA-BE86-11B27A743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6" name="Freeform 23">
              <a:extLst>
                <a:ext uri="{FF2B5EF4-FFF2-40B4-BE49-F238E27FC236}">
                  <a16:creationId xmlns:a16="http://schemas.microsoft.com/office/drawing/2014/main" id="{9EFF345C-6A58-4123-B2D1-2ED9E369124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7" name="Freeform 24">
              <a:extLst>
                <a:ext uri="{FF2B5EF4-FFF2-40B4-BE49-F238E27FC236}">
                  <a16:creationId xmlns:a16="http://schemas.microsoft.com/office/drawing/2014/main" id="{03CE89F7-AE1C-4370-920E-EE04C4124F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8" name="Freeform 25">
              <a:extLst>
                <a:ext uri="{FF2B5EF4-FFF2-40B4-BE49-F238E27FC236}">
                  <a16:creationId xmlns:a16="http://schemas.microsoft.com/office/drawing/2014/main" id="{D6E298F6-F99D-49EF-B614-24D2179C2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9" name="Freeform 26">
              <a:extLst>
                <a:ext uri="{FF2B5EF4-FFF2-40B4-BE49-F238E27FC236}">
                  <a16:creationId xmlns:a16="http://schemas.microsoft.com/office/drawing/2014/main" id="{2424FD35-451D-468C-9EB2-8DA350C124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0" name="Freeform 27">
              <a:extLst>
                <a:ext uri="{FF2B5EF4-FFF2-40B4-BE49-F238E27FC236}">
                  <a16:creationId xmlns:a16="http://schemas.microsoft.com/office/drawing/2014/main" id="{45BC0C6F-B91F-42CC-9046-522FE8223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1" name="Freeform 28">
              <a:extLst>
                <a:ext uri="{FF2B5EF4-FFF2-40B4-BE49-F238E27FC236}">
                  <a16:creationId xmlns:a16="http://schemas.microsoft.com/office/drawing/2014/main" id="{F88AFBEE-A8B5-4B18-B834-5269F6C13C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2" name="Freeform 29">
              <a:extLst>
                <a:ext uri="{FF2B5EF4-FFF2-40B4-BE49-F238E27FC236}">
                  <a16:creationId xmlns:a16="http://schemas.microsoft.com/office/drawing/2014/main" id="{64B0F493-EC69-4C85-87D4-287628231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3" name="Freeform 30">
              <a:extLst>
                <a:ext uri="{FF2B5EF4-FFF2-40B4-BE49-F238E27FC236}">
                  <a16:creationId xmlns:a16="http://schemas.microsoft.com/office/drawing/2014/main" id="{09920E7F-979C-40F6-8FB1-791325A4A4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4" name="Freeform 31">
              <a:extLst>
                <a:ext uri="{FF2B5EF4-FFF2-40B4-BE49-F238E27FC236}">
                  <a16:creationId xmlns:a16="http://schemas.microsoft.com/office/drawing/2014/main" id="{1387BCC3-D7BF-443E-B18C-87B696E64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5" name="Freeform 32">
              <a:extLst>
                <a:ext uri="{FF2B5EF4-FFF2-40B4-BE49-F238E27FC236}">
                  <a16:creationId xmlns:a16="http://schemas.microsoft.com/office/drawing/2014/main" id="{F1C0670D-9FA2-48D7-AFDB-4438ECC3EE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6" name="Rectangle 33">
              <a:extLst>
                <a:ext uri="{FF2B5EF4-FFF2-40B4-BE49-F238E27FC236}">
                  <a16:creationId xmlns:a16="http://schemas.microsoft.com/office/drawing/2014/main" id="{34088C0C-CAD1-4E66-A162-1D7020365B6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97" name="Freeform 34">
              <a:extLst>
                <a:ext uri="{FF2B5EF4-FFF2-40B4-BE49-F238E27FC236}">
                  <a16:creationId xmlns:a16="http://schemas.microsoft.com/office/drawing/2014/main" id="{B8C224A6-72B4-4763-B708-65A321D0D6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8" name="Freeform 35">
              <a:extLst>
                <a:ext uri="{FF2B5EF4-FFF2-40B4-BE49-F238E27FC236}">
                  <a16:creationId xmlns:a16="http://schemas.microsoft.com/office/drawing/2014/main" id="{2EE3A964-523C-470B-8B10-09053452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9" name="Freeform 36">
              <a:extLst>
                <a:ext uri="{FF2B5EF4-FFF2-40B4-BE49-F238E27FC236}">
                  <a16:creationId xmlns:a16="http://schemas.microsoft.com/office/drawing/2014/main" id="{1B87487E-C0EA-4E2A-8FC0-3D4C4F0177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0" name="Freeform 37">
              <a:extLst>
                <a:ext uri="{FF2B5EF4-FFF2-40B4-BE49-F238E27FC236}">
                  <a16:creationId xmlns:a16="http://schemas.microsoft.com/office/drawing/2014/main" id="{D8B57E7E-D885-4A0B-BBA0-E3BC3A68CD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1" name="Freeform 38">
              <a:extLst>
                <a:ext uri="{FF2B5EF4-FFF2-40B4-BE49-F238E27FC236}">
                  <a16:creationId xmlns:a16="http://schemas.microsoft.com/office/drawing/2014/main" id="{6FB84573-B84B-4571-A6E5-91CD308E7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2" name="Freeform 39">
              <a:extLst>
                <a:ext uri="{FF2B5EF4-FFF2-40B4-BE49-F238E27FC236}">
                  <a16:creationId xmlns:a16="http://schemas.microsoft.com/office/drawing/2014/main" id="{7EE5EE00-E139-4AB9-ACFC-5E39CFA95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3" name="Freeform 40">
              <a:extLst>
                <a:ext uri="{FF2B5EF4-FFF2-40B4-BE49-F238E27FC236}">
                  <a16:creationId xmlns:a16="http://schemas.microsoft.com/office/drawing/2014/main" id="{5A38A6AA-6753-4EFE-94BB-96DF739758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4" name="Freeform 41">
              <a:extLst>
                <a:ext uri="{FF2B5EF4-FFF2-40B4-BE49-F238E27FC236}">
                  <a16:creationId xmlns:a16="http://schemas.microsoft.com/office/drawing/2014/main" id="{506AB599-570B-4547-97F4-F2C672301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5" name="Freeform 42">
              <a:extLst>
                <a:ext uri="{FF2B5EF4-FFF2-40B4-BE49-F238E27FC236}">
                  <a16:creationId xmlns:a16="http://schemas.microsoft.com/office/drawing/2014/main" id="{9AFDEA1E-DBAB-4507-8D36-786F19A85B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6" name="Freeform 43">
              <a:extLst>
                <a:ext uri="{FF2B5EF4-FFF2-40B4-BE49-F238E27FC236}">
                  <a16:creationId xmlns:a16="http://schemas.microsoft.com/office/drawing/2014/main" id="{C824D6F7-0BDF-4C8C-869D-BDDEB0764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7" name="Freeform 44">
              <a:extLst>
                <a:ext uri="{FF2B5EF4-FFF2-40B4-BE49-F238E27FC236}">
                  <a16:creationId xmlns:a16="http://schemas.microsoft.com/office/drawing/2014/main" id="{6953C491-AE0F-4D2B-9474-18D5E8B5D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8" name="Rectangle 45">
              <a:extLst>
                <a:ext uri="{FF2B5EF4-FFF2-40B4-BE49-F238E27FC236}">
                  <a16:creationId xmlns:a16="http://schemas.microsoft.com/office/drawing/2014/main" id="{5B956350-9BDD-4090-B2B6-12C13D1CE27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109" name="Freeform 46">
              <a:extLst>
                <a:ext uri="{FF2B5EF4-FFF2-40B4-BE49-F238E27FC236}">
                  <a16:creationId xmlns:a16="http://schemas.microsoft.com/office/drawing/2014/main" id="{ECE31E80-E354-44C3-81E0-4E3E41DDF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0" name="Freeform 47">
              <a:extLst>
                <a:ext uri="{FF2B5EF4-FFF2-40B4-BE49-F238E27FC236}">
                  <a16:creationId xmlns:a16="http://schemas.microsoft.com/office/drawing/2014/main" id="{9DFA35DB-5360-405A-A7EB-064E51FBC0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1" name="Freeform 48">
              <a:extLst>
                <a:ext uri="{FF2B5EF4-FFF2-40B4-BE49-F238E27FC236}">
                  <a16:creationId xmlns:a16="http://schemas.microsoft.com/office/drawing/2014/main" id="{2DA499BD-4313-4AD1-BE87-4BEF50FEC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2" name="Freeform 49">
              <a:extLst>
                <a:ext uri="{FF2B5EF4-FFF2-40B4-BE49-F238E27FC236}">
                  <a16:creationId xmlns:a16="http://schemas.microsoft.com/office/drawing/2014/main" id="{680E4C6D-12D1-417A-A709-EC416D98FA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3" name="Freeform 50">
              <a:extLst>
                <a:ext uri="{FF2B5EF4-FFF2-40B4-BE49-F238E27FC236}">
                  <a16:creationId xmlns:a16="http://schemas.microsoft.com/office/drawing/2014/main" id="{C93537B4-09B6-4CC6-92DE-3D3BDAC7A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4" name="Freeform 51">
              <a:extLst>
                <a:ext uri="{FF2B5EF4-FFF2-40B4-BE49-F238E27FC236}">
                  <a16:creationId xmlns:a16="http://schemas.microsoft.com/office/drawing/2014/main" id="{5D100FC5-9EA8-4DA7-AFA4-BC60831FD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5" name="Freeform 52">
              <a:extLst>
                <a:ext uri="{FF2B5EF4-FFF2-40B4-BE49-F238E27FC236}">
                  <a16:creationId xmlns:a16="http://schemas.microsoft.com/office/drawing/2014/main" id="{3F10D757-6A3B-4314-9755-419B3738E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6" name="Freeform 53">
              <a:extLst>
                <a:ext uri="{FF2B5EF4-FFF2-40B4-BE49-F238E27FC236}">
                  <a16:creationId xmlns:a16="http://schemas.microsoft.com/office/drawing/2014/main" id="{28A4D881-D08B-4AAF-866D-7C31601126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7" name="Freeform 54">
              <a:extLst>
                <a:ext uri="{FF2B5EF4-FFF2-40B4-BE49-F238E27FC236}">
                  <a16:creationId xmlns:a16="http://schemas.microsoft.com/office/drawing/2014/main" id="{A666F3F8-571E-483F-9B9F-31EDB91A9C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8" name="Freeform 55">
              <a:extLst>
                <a:ext uri="{FF2B5EF4-FFF2-40B4-BE49-F238E27FC236}">
                  <a16:creationId xmlns:a16="http://schemas.microsoft.com/office/drawing/2014/main" id="{18305C0F-0A00-450D-92A1-313C72439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19" name="Freeform 56">
              <a:extLst>
                <a:ext uri="{FF2B5EF4-FFF2-40B4-BE49-F238E27FC236}">
                  <a16:creationId xmlns:a16="http://schemas.microsoft.com/office/drawing/2014/main" id="{9A5635D8-CCB7-4D16-BB87-B1BC1AC97D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20" name="Freeform 57">
              <a:extLst>
                <a:ext uri="{FF2B5EF4-FFF2-40B4-BE49-F238E27FC236}">
                  <a16:creationId xmlns:a16="http://schemas.microsoft.com/office/drawing/2014/main" id="{7C10A784-B5EE-4486-96E7-3CC72B93A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21" name="Freeform 58">
              <a:extLst>
                <a:ext uri="{FF2B5EF4-FFF2-40B4-BE49-F238E27FC236}">
                  <a16:creationId xmlns:a16="http://schemas.microsoft.com/office/drawing/2014/main" id="{AE5FA7CA-916C-4A34-A727-E0289D891A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grpSp>
      <p:pic>
        <p:nvPicPr>
          <p:cNvPr id="123" name="Picture 2">
            <a:extLst>
              <a:ext uri="{FF2B5EF4-FFF2-40B4-BE49-F238E27FC236}">
                <a16:creationId xmlns:a16="http://schemas.microsoft.com/office/drawing/2014/main" id="{51039561-92F9-40EE-900B-6AA0F58042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3" y="9525"/>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98B34CB-8F5B-C879-3951-F54B2A49DDF1}"/>
              </a:ext>
            </a:extLst>
          </p:cNvPr>
          <p:cNvSpPr>
            <a:spLocks noGrp="1"/>
          </p:cNvSpPr>
          <p:nvPr>
            <p:ph type="title"/>
          </p:nvPr>
        </p:nvSpPr>
        <p:spPr>
          <a:xfrm>
            <a:off x="2043113" y="1122363"/>
            <a:ext cx="4527929" cy="4287836"/>
          </a:xfrm>
        </p:spPr>
        <p:txBody>
          <a:bodyPr vert="horz" lIns="91440" tIns="45720" rIns="91440" bIns="45720" rtlCol="0" anchor="ctr">
            <a:normAutofit/>
          </a:bodyPr>
          <a:lstStyle/>
          <a:p>
            <a:pPr algn="r"/>
            <a:r>
              <a:rPr lang="en-US" sz="6000"/>
              <a:t>Roles in the scrum-agile team</a:t>
            </a:r>
          </a:p>
        </p:txBody>
      </p:sp>
      <p:cxnSp>
        <p:nvCxnSpPr>
          <p:cNvPr id="125" name="Straight Connector 124">
            <a:extLst>
              <a:ext uri="{FF2B5EF4-FFF2-40B4-BE49-F238E27FC236}">
                <a16:creationId xmlns:a16="http://schemas.microsoft.com/office/drawing/2014/main" id="{D902DA06-324A-48CE-8C20-94535480A6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133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117044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086E-3738-4729-21B9-71A110153D7A}"/>
              </a:ext>
            </a:extLst>
          </p:cNvPr>
          <p:cNvSpPr>
            <a:spLocks noGrp="1"/>
          </p:cNvSpPr>
          <p:nvPr>
            <p:ph type="title"/>
          </p:nvPr>
        </p:nvSpPr>
        <p:spPr>
          <a:xfrm>
            <a:off x="1073811" y="718366"/>
            <a:ext cx="9483513" cy="944656"/>
          </a:xfrm>
        </p:spPr>
        <p:txBody>
          <a:bodyPr>
            <a:normAutofit/>
          </a:bodyPr>
          <a:lstStyle/>
          <a:p>
            <a:r>
              <a:rPr lang="en-US" dirty="0"/>
              <a:t>The Scrum Master</a:t>
            </a:r>
          </a:p>
        </p:txBody>
      </p:sp>
      <p:sp>
        <p:nvSpPr>
          <p:cNvPr id="3" name="Content Placeholder 2">
            <a:extLst>
              <a:ext uri="{FF2B5EF4-FFF2-40B4-BE49-F238E27FC236}">
                <a16:creationId xmlns:a16="http://schemas.microsoft.com/office/drawing/2014/main" id="{2F97F914-2CDD-B28F-43AC-56623BB9AA2A}"/>
              </a:ext>
            </a:extLst>
          </p:cNvPr>
          <p:cNvSpPr>
            <a:spLocks noGrp="1"/>
          </p:cNvSpPr>
          <p:nvPr>
            <p:ph idx="1"/>
          </p:nvPr>
        </p:nvSpPr>
        <p:spPr>
          <a:xfrm>
            <a:off x="2503967" y="2180174"/>
            <a:ext cx="7598826" cy="3819409"/>
          </a:xfrm>
        </p:spPr>
        <p:txBody>
          <a:bodyPr>
            <a:normAutofit lnSpcReduction="10000"/>
          </a:bodyPr>
          <a:lstStyle/>
          <a:p>
            <a:r>
              <a:rPr lang="en-US" sz="3200" dirty="0"/>
              <a:t>Promotes scrum and supports scrum</a:t>
            </a:r>
          </a:p>
          <a:p>
            <a:r>
              <a:rPr lang="en-US" sz="3200" dirty="0"/>
              <a:t>Leads the daily scrum meetings</a:t>
            </a:r>
          </a:p>
          <a:p>
            <a:r>
              <a:rPr lang="en-US" sz="3200" dirty="0"/>
              <a:t>Creates an environment that is encouraging, respectful, and open to everyone’s ideas.</a:t>
            </a:r>
          </a:p>
          <a:p>
            <a:r>
              <a:rPr lang="en-US" sz="3200" dirty="0"/>
              <a:t>Works to ensure everyone has what they need to get the job done.</a:t>
            </a:r>
          </a:p>
          <a:p>
            <a:endParaRPr lang="en-US" sz="2000" dirty="0"/>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62837826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 calcmode="lin" valueType="num">
                                      <p:cBhvr>
                                        <p:cTn id="28"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p:cTn id="3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391C63B-9409-43FE-B3C8-05C2F406E3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FD4D2D43-3C80-463E-95BA-95EDCFE52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A79495A4-D8D7-4D35-B403-4A8B70B488CA}"/>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B49821B2-431C-08D3-EF07-88BEC019D888}"/>
              </a:ext>
            </a:extLst>
          </p:cNvPr>
          <p:cNvSpPr>
            <a:spLocks noGrp="1"/>
          </p:cNvSpPr>
          <p:nvPr>
            <p:ph type="title"/>
          </p:nvPr>
        </p:nvSpPr>
        <p:spPr>
          <a:xfrm>
            <a:off x="6448425" y="618518"/>
            <a:ext cx="4598985" cy="1478570"/>
          </a:xfrm>
        </p:spPr>
        <p:txBody>
          <a:bodyPr>
            <a:normAutofit/>
          </a:bodyPr>
          <a:lstStyle/>
          <a:p>
            <a:r>
              <a:rPr lang="en-US" dirty="0"/>
              <a:t>THE Product Owner</a:t>
            </a:r>
          </a:p>
        </p:txBody>
      </p:sp>
      <p:pic>
        <p:nvPicPr>
          <p:cNvPr id="5" name="Picture 4" descr="Sphere of mesh and nodes">
            <a:extLst>
              <a:ext uri="{FF2B5EF4-FFF2-40B4-BE49-F238E27FC236}">
                <a16:creationId xmlns:a16="http://schemas.microsoft.com/office/drawing/2014/main" id="{78EEBCB4-6A6A-3EB6-7EB9-05CC42B6AD67}"/>
              </a:ext>
            </a:extLst>
          </p:cNvPr>
          <p:cNvPicPr>
            <a:picLocks noChangeAspect="1"/>
          </p:cNvPicPr>
          <p:nvPr/>
        </p:nvPicPr>
        <p:blipFill rotWithShape="1">
          <a:blip r:embed="rId4"/>
          <a:srcRect l="32130" r="1142"/>
          <a:stretch/>
        </p:blipFill>
        <p:spPr>
          <a:xfrm>
            <a:off x="-5597" y="10"/>
            <a:ext cx="6101597" cy="6857990"/>
          </a:xfrm>
          <a:prstGeom prst="rect">
            <a:avLst/>
          </a:prstGeom>
        </p:spPr>
      </p:pic>
      <p:grpSp>
        <p:nvGrpSpPr>
          <p:cNvPr id="13" name="Group 12">
            <a:extLst>
              <a:ext uri="{FF2B5EF4-FFF2-40B4-BE49-F238E27FC236}">
                <a16:creationId xmlns:a16="http://schemas.microsoft.com/office/drawing/2014/main" id="{86A8F816-AC43-412D-A97C-04A5F187F1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3C200A6-A160-4D61-B495-766D61704C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15" name="Freeform 6">
              <a:extLst>
                <a:ext uri="{FF2B5EF4-FFF2-40B4-BE49-F238E27FC236}">
                  <a16:creationId xmlns:a16="http://schemas.microsoft.com/office/drawing/2014/main" id="{A65C50F5-3FA5-496C-AE9D-9B2D18BA72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6" name="Freeform 7">
              <a:extLst>
                <a:ext uri="{FF2B5EF4-FFF2-40B4-BE49-F238E27FC236}">
                  <a16:creationId xmlns:a16="http://schemas.microsoft.com/office/drawing/2014/main" id="{93A0E285-6A59-4F32-954F-F4D01CF18A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7" name="Rectangle 16">
              <a:extLst>
                <a:ext uri="{FF2B5EF4-FFF2-40B4-BE49-F238E27FC236}">
                  <a16:creationId xmlns:a16="http://schemas.microsoft.com/office/drawing/2014/main" id="{647449E1-B2FD-40EC-B9B6-3B04F8691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18" name="Freeform 9">
              <a:extLst>
                <a:ext uri="{FF2B5EF4-FFF2-40B4-BE49-F238E27FC236}">
                  <a16:creationId xmlns:a16="http://schemas.microsoft.com/office/drawing/2014/main" id="{374C7DBB-A645-4225-913A-B32BF022C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9" name="Freeform 10">
              <a:extLst>
                <a:ext uri="{FF2B5EF4-FFF2-40B4-BE49-F238E27FC236}">
                  <a16:creationId xmlns:a16="http://schemas.microsoft.com/office/drawing/2014/main" id="{02763F9E-06D4-44F8-99B7-F03E46503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0" name="Freeform 11">
              <a:extLst>
                <a:ext uri="{FF2B5EF4-FFF2-40B4-BE49-F238E27FC236}">
                  <a16:creationId xmlns:a16="http://schemas.microsoft.com/office/drawing/2014/main" id="{F9485170-FF6A-4C2C-AD53-F75775B6A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1" name="Freeform 12">
              <a:extLst>
                <a:ext uri="{FF2B5EF4-FFF2-40B4-BE49-F238E27FC236}">
                  <a16:creationId xmlns:a16="http://schemas.microsoft.com/office/drawing/2014/main" id="{5A3B546C-8D41-4BED-9C42-40AA55B97D4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2" name="Freeform 13">
              <a:extLst>
                <a:ext uri="{FF2B5EF4-FFF2-40B4-BE49-F238E27FC236}">
                  <a16:creationId xmlns:a16="http://schemas.microsoft.com/office/drawing/2014/main" id="{1D3BFA4D-2052-4626-BD98-6ED846E77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3" name="Freeform 14">
              <a:extLst>
                <a:ext uri="{FF2B5EF4-FFF2-40B4-BE49-F238E27FC236}">
                  <a16:creationId xmlns:a16="http://schemas.microsoft.com/office/drawing/2014/main" id="{9B1795D5-2BDD-4792-9724-B7FFD0A2B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4" name="Freeform 15">
              <a:extLst>
                <a:ext uri="{FF2B5EF4-FFF2-40B4-BE49-F238E27FC236}">
                  <a16:creationId xmlns:a16="http://schemas.microsoft.com/office/drawing/2014/main" id="{FC57801A-7AC9-41A1-BC38-77918A1B4F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5" name="Freeform 16">
              <a:extLst>
                <a:ext uri="{FF2B5EF4-FFF2-40B4-BE49-F238E27FC236}">
                  <a16:creationId xmlns:a16="http://schemas.microsoft.com/office/drawing/2014/main" id="{82E16F78-76A8-4502-BDD1-C56EE245CF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6" name="Freeform 17">
              <a:extLst>
                <a:ext uri="{FF2B5EF4-FFF2-40B4-BE49-F238E27FC236}">
                  <a16:creationId xmlns:a16="http://schemas.microsoft.com/office/drawing/2014/main" id="{223BA1AA-E97D-4933-9448-B450686246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7" name="Freeform 18">
              <a:extLst>
                <a:ext uri="{FF2B5EF4-FFF2-40B4-BE49-F238E27FC236}">
                  <a16:creationId xmlns:a16="http://schemas.microsoft.com/office/drawing/2014/main" id="{B914E16B-686D-4E93-AF1A-48016E5FC5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8" name="Freeform 19">
              <a:extLst>
                <a:ext uri="{FF2B5EF4-FFF2-40B4-BE49-F238E27FC236}">
                  <a16:creationId xmlns:a16="http://schemas.microsoft.com/office/drawing/2014/main" id="{2BE217F2-46D9-4542-A0CA-62A6BDFA0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 name="Freeform 20">
              <a:extLst>
                <a:ext uri="{FF2B5EF4-FFF2-40B4-BE49-F238E27FC236}">
                  <a16:creationId xmlns:a16="http://schemas.microsoft.com/office/drawing/2014/main" id="{0295D04E-B04B-4149-B449-82C021A0CB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 name="Freeform 21">
              <a:extLst>
                <a:ext uri="{FF2B5EF4-FFF2-40B4-BE49-F238E27FC236}">
                  <a16:creationId xmlns:a16="http://schemas.microsoft.com/office/drawing/2014/main" id="{1B45069A-DE6E-4DAC-B4FB-53E0BE0F2D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 name="Freeform 22">
              <a:extLst>
                <a:ext uri="{FF2B5EF4-FFF2-40B4-BE49-F238E27FC236}">
                  <a16:creationId xmlns:a16="http://schemas.microsoft.com/office/drawing/2014/main" id="{2381C171-634E-4582-8BCF-4B1465D3CE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 name="Freeform 23">
              <a:extLst>
                <a:ext uri="{FF2B5EF4-FFF2-40B4-BE49-F238E27FC236}">
                  <a16:creationId xmlns:a16="http://schemas.microsoft.com/office/drawing/2014/main" id="{CDE96AC1-974B-46DC-8856-FF24F21FD0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 name="Freeform 24">
              <a:extLst>
                <a:ext uri="{FF2B5EF4-FFF2-40B4-BE49-F238E27FC236}">
                  <a16:creationId xmlns:a16="http://schemas.microsoft.com/office/drawing/2014/main" id="{E9E50B46-EEFE-4F1F-A66C-01A3056E4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4" name="Freeform 25">
              <a:extLst>
                <a:ext uri="{FF2B5EF4-FFF2-40B4-BE49-F238E27FC236}">
                  <a16:creationId xmlns:a16="http://schemas.microsoft.com/office/drawing/2014/main" id="{39C19F1F-0A32-47E4-B860-E7238095B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5" name="Freeform 26">
              <a:extLst>
                <a:ext uri="{FF2B5EF4-FFF2-40B4-BE49-F238E27FC236}">
                  <a16:creationId xmlns:a16="http://schemas.microsoft.com/office/drawing/2014/main" id="{9BC5FEDC-F173-42DA-B6B4-38887BEBBB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6" name="Freeform 27">
              <a:extLst>
                <a:ext uri="{FF2B5EF4-FFF2-40B4-BE49-F238E27FC236}">
                  <a16:creationId xmlns:a16="http://schemas.microsoft.com/office/drawing/2014/main" id="{F603B486-2B6A-427C-B213-94D62DEE7F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7" name="Freeform 28">
              <a:extLst>
                <a:ext uri="{FF2B5EF4-FFF2-40B4-BE49-F238E27FC236}">
                  <a16:creationId xmlns:a16="http://schemas.microsoft.com/office/drawing/2014/main" id="{9923324F-5ABA-4211-BFD5-3C7210A3DC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8" name="Freeform 29">
              <a:extLst>
                <a:ext uri="{FF2B5EF4-FFF2-40B4-BE49-F238E27FC236}">
                  <a16:creationId xmlns:a16="http://schemas.microsoft.com/office/drawing/2014/main" id="{174E15FD-3C22-42F2-86C1-816A41A113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9" name="Freeform 30">
              <a:extLst>
                <a:ext uri="{FF2B5EF4-FFF2-40B4-BE49-F238E27FC236}">
                  <a16:creationId xmlns:a16="http://schemas.microsoft.com/office/drawing/2014/main" id="{97DBD1EA-E545-4370-BDAE-BCADFCAE02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0" name="Freeform 31">
              <a:extLst>
                <a:ext uri="{FF2B5EF4-FFF2-40B4-BE49-F238E27FC236}">
                  <a16:creationId xmlns:a16="http://schemas.microsoft.com/office/drawing/2014/main" id="{349BB900-4B0A-4A52-91D0-BA1251DD9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1" name="Freeform 32">
              <a:extLst>
                <a:ext uri="{FF2B5EF4-FFF2-40B4-BE49-F238E27FC236}">
                  <a16:creationId xmlns:a16="http://schemas.microsoft.com/office/drawing/2014/main" id="{6806FA38-BF37-458D-8FA3-FFAE06373F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2" name="Rectangle 41">
              <a:extLst>
                <a:ext uri="{FF2B5EF4-FFF2-40B4-BE49-F238E27FC236}">
                  <a16:creationId xmlns:a16="http://schemas.microsoft.com/office/drawing/2014/main" id="{4D932FFD-96DA-4DCC-9719-F5734FC553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43" name="Freeform 34">
              <a:extLst>
                <a:ext uri="{FF2B5EF4-FFF2-40B4-BE49-F238E27FC236}">
                  <a16:creationId xmlns:a16="http://schemas.microsoft.com/office/drawing/2014/main" id="{55D6D3C9-0B00-4009-8DD3-C64858A9A1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4" name="Freeform 35">
              <a:extLst>
                <a:ext uri="{FF2B5EF4-FFF2-40B4-BE49-F238E27FC236}">
                  <a16:creationId xmlns:a16="http://schemas.microsoft.com/office/drawing/2014/main" id="{8D8B5E4D-FF9B-4CED-91C9-B2800B3DA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5" name="Freeform 36">
              <a:extLst>
                <a:ext uri="{FF2B5EF4-FFF2-40B4-BE49-F238E27FC236}">
                  <a16:creationId xmlns:a16="http://schemas.microsoft.com/office/drawing/2014/main" id="{6A4620BB-BF1E-4B42-870C-57EC0C649B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6" name="Freeform 37">
              <a:extLst>
                <a:ext uri="{FF2B5EF4-FFF2-40B4-BE49-F238E27FC236}">
                  <a16:creationId xmlns:a16="http://schemas.microsoft.com/office/drawing/2014/main" id="{4F5B49D4-1AE0-44C9-AEDE-8F98DC508B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7" name="Freeform 38">
              <a:extLst>
                <a:ext uri="{FF2B5EF4-FFF2-40B4-BE49-F238E27FC236}">
                  <a16:creationId xmlns:a16="http://schemas.microsoft.com/office/drawing/2014/main" id="{83722B55-49D5-4B14-8816-40F027BB5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8" name="Freeform 39">
              <a:extLst>
                <a:ext uri="{FF2B5EF4-FFF2-40B4-BE49-F238E27FC236}">
                  <a16:creationId xmlns:a16="http://schemas.microsoft.com/office/drawing/2014/main" id="{B501AD49-DB3F-4688-9FBD-D5856C90B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9" name="Freeform 40">
              <a:extLst>
                <a:ext uri="{FF2B5EF4-FFF2-40B4-BE49-F238E27FC236}">
                  <a16:creationId xmlns:a16="http://schemas.microsoft.com/office/drawing/2014/main" id="{4414AF2C-5011-4941-A5FC-9F0BFFDA13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0" name="Freeform 41">
              <a:extLst>
                <a:ext uri="{FF2B5EF4-FFF2-40B4-BE49-F238E27FC236}">
                  <a16:creationId xmlns:a16="http://schemas.microsoft.com/office/drawing/2014/main" id="{E43B9AC1-EA63-4CBE-A044-814D130F4E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1" name="Freeform 42">
              <a:extLst>
                <a:ext uri="{FF2B5EF4-FFF2-40B4-BE49-F238E27FC236}">
                  <a16:creationId xmlns:a16="http://schemas.microsoft.com/office/drawing/2014/main" id="{FE925601-6A24-4966-AB9C-96A5FD1FD9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2" name="Freeform 43">
              <a:extLst>
                <a:ext uri="{FF2B5EF4-FFF2-40B4-BE49-F238E27FC236}">
                  <a16:creationId xmlns:a16="http://schemas.microsoft.com/office/drawing/2014/main" id="{07904E40-954B-44B5-8DEF-ABBAAB3EF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3" name="Freeform 44">
              <a:extLst>
                <a:ext uri="{FF2B5EF4-FFF2-40B4-BE49-F238E27FC236}">
                  <a16:creationId xmlns:a16="http://schemas.microsoft.com/office/drawing/2014/main" id="{D5D18F9A-64A1-491E-8420-D9E6A9659F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4" name="Rectangle 53">
              <a:extLst>
                <a:ext uri="{FF2B5EF4-FFF2-40B4-BE49-F238E27FC236}">
                  <a16:creationId xmlns:a16="http://schemas.microsoft.com/office/drawing/2014/main" id="{C0506166-82B1-452B-A872-793A8226E1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55" name="Freeform 46">
              <a:extLst>
                <a:ext uri="{FF2B5EF4-FFF2-40B4-BE49-F238E27FC236}">
                  <a16:creationId xmlns:a16="http://schemas.microsoft.com/office/drawing/2014/main" id="{E86143AC-3ED1-4B89-88B2-9B34834B2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6" name="Freeform 47">
              <a:extLst>
                <a:ext uri="{FF2B5EF4-FFF2-40B4-BE49-F238E27FC236}">
                  <a16:creationId xmlns:a16="http://schemas.microsoft.com/office/drawing/2014/main" id="{2506B36D-400D-4AE7-854E-81E7D1711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7" name="Freeform 48">
              <a:extLst>
                <a:ext uri="{FF2B5EF4-FFF2-40B4-BE49-F238E27FC236}">
                  <a16:creationId xmlns:a16="http://schemas.microsoft.com/office/drawing/2014/main" id="{FAC469E8-99A7-4A3B-AA77-7D3F8B5A14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8" name="Freeform 49">
              <a:extLst>
                <a:ext uri="{FF2B5EF4-FFF2-40B4-BE49-F238E27FC236}">
                  <a16:creationId xmlns:a16="http://schemas.microsoft.com/office/drawing/2014/main" id="{C9D4AC33-8E6A-487F-B207-0910573B2FF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9" name="Freeform 50">
              <a:extLst>
                <a:ext uri="{FF2B5EF4-FFF2-40B4-BE49-F238E27FC236}">
                  <a16:creationId xmlns:a16="http://schemas.microsoft.com/office/drawing/2014/main" id="{5169DB35-0F33-4D65-A6A7-B29435846C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0" name="Freeform 51">
              <a:extLst>
                <a:ext uri="{FF2B5EF4-FFF2-40B4-BE49-F238E27FC236}">
                  <a16:creationId xmlns:a16="http://schemas.microsoft.com/office/drawing/2014/main" id="{276CF58E-C966-4C95-A574-042E4A056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1" name="Freeform 52">
              <a:extLst>
                <a:ext uri="{FF2B5EF4-FFF2-40B4-BE49-F238E27FC236}">
                  <a16:creationId xmlns:a16="http://schemas.microsoft.com/office/drawing/2014/main" id="{39352F72-1FD1-480D-8480-5B8D4AEE22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2" name="Freeform 53">
              <a:extLst>
                <a:ext uri="{FF2B5EF4-FFF2-40B4-BE49-F238E27FC236}">
                  <a16:creationId xmlns:a16="http://schemas.microsoft.com/office/drawing/2014/main" id="{387FF91D-79A1-4BEE-B978-9A4CA48C50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3" name="Freeform 54">
              <a:extLst>
                <a:ext uri="{FF2B5EF4-FFF2-40B4-BE49-F238E27FC236}">
                  <a16:creationId xmlns:a16="http://schemas.microsoft.com/office/drawing/2014/main" id="{A4378872-C560-4526-A46E-8E7744EDD9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4" name="Freeform 55">
              <a:extLst>
                <a:ext uri="{FF2B5EF4-FFF2-40B4-BE49-F238E27FC236}">
                  <a16:creationId xmlns:a16="http://schemas.microsoft.com/office/drawing/2014/main" id="{7CACB4BC-B52B-499B-87DB-D29BDA320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5" name="Freeform 56">
              <a:extLst>
                <a:ext uri="{FF2B5EF4-FFF2-40B4-BE49-F238E27FC236}">
                  <a16:creationId xmlns:a16="http://schemas.microsoft.com/office/drawing/2014/main" id="{A54207F8-153A-46DB-9031-D45E462B70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6" name="Freeform 57">
              <a:extLst>
                <a:ext uri="{FF2B5EF4-FFF2-40B4-BE49-F238E27FC236}">
                  <a16:creationId xmlns:a16="http://schemas.microsoft.com/office/drawing/2014/main" id="{3D28E5BB-BD55-40DE-83C3-67FD3B1A2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7" name="Freeform 58">
              <a:extLst>
                <a:ext uri="{FF2B5EF4-FFF2-40B4-BE49-F238E27FC236}">
                  <a16:creationId xmlns:a16="http://schemas.microsoft.com/office/drawing/2014/main" id="{F5C4D757-8A6D-4D97-A17E-BF0D0EFD0D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grpSp>
      <p:sp>
        <p:nvSpPr>
          <p:cNvPr id="3" name="Content Placeholder 2">
            <a:extLst>
              <a:ext uri="{FF2B5EF4-FFF2-40B4-BE49-F238E27FC236}">
                <a16:creationId xmlns:a16="http://schemas.microsoft.com/office/drawing/2014/main" id="{B0F34294-9038-8D37-830B-9DE2145921EE}"/>
              </a:ext>
            </a:extLst>
          </p:cNvPr>
          <p:cNvSpPr>
            <a:spLocks noGrp="1"/>
          </p:cNvSpPr>
          <p:nvPr>
            <p:ph idx="1"/>
          </p:nvPr>
        </p:nvSpPr>
        <p:spPr>
          <a:xfrm>
            <a:off x="6448425" y="2249487"/>
            <a:ext cx="4598986" cy="3541714"/>
          </a:xfrm>
        </p:spPr>
        <p:txBody>
          <a:bodyPr>
            <a:normAutofit/>
          </a:bodyPr>
          <a:lstStyle/>
          <a:p>
            <a:pPr algn="just"/>
            <a:r>
              <a:rPr lang="en-US" dirty="0"/>
              <a:t>The Product owner’s role is to be the go-between with the clients and the agile team. They are the main communication between both sides.</a:t>
            </a:r>
          </a:p>
          <a:p>
            <a:pPr algn="just"/>
            <a:r>
              <a:rPr lang="en-US" dirty="0"/>
              <a:t>Creates the Product Backlog and User Stories.</a:t>
            </a:r>
          </a:p>
        </p:txBody>
      </p:sp>
    </p:spTree>
    <p:extLst>
      <p:ext uri="{BB962C8B-B14F-4D97-AF65-F5344CB8AC3E}">
        <p14:creationId xmlns:p14="http://schemas.microsoft.com/office/powerpoint/2010/main" val="1642284951"/>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80">
                                          <p:stCondLst>
                                            <p:cond delay="0"/>
                                          </p:stCondLst>
                                        </p:cTn>
                                        <p:tgtEl>
                                          <p:spTgt spid="3">
                                            <p:txEl>
                                              <p:pRg st="0" end="0"/>
                                            </p:txEl>
                                          </p:spTgt>
                                        </p:tgtEl>
                                      </p:cBhvr>
                                    </p:animEffect>
                                    <p:anim calcmode="lin" valueType="num">
                                      <p:cBhvr>
                                        <p:cTn id="13"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8" dur="26">
                                          <p:stCondLst>
                                            <p:cond delay="650"/>
                                          </p:stCondLst>
                                        </p:cTn>
                                        <p:tgtEl>
                                          <p:spTgt spid="3">
                                            <p:txEl>
                                              <p:pRg st="0" end="0"/>
                                            </p:txEl>
                                          </p:spTgt>
                                        </p:tgtEl>
                                      </p:cBhvr>
                                      <p:to x="100000" y="60000"/>
                                    </p:animScale>
                                    <p:animScale>
                                      <p:cBhvr>
                                        <p:cTn id="19" dur="166" decel="50000">
                                          <p:stCondLst>
                                            <p:cond delay="676"/>
                                          </p:stCondLst>
                                        </p:cTn>
                                        <p:tgtEl>
                                          <p:spTgt spid="3">
                                            <p:txEl>
                                              <p:pRg st="0" end="0"/>
                                            </p:txEl>
                                          </p:spTgt>
                                        </p:tgtEl>
                                      </p:cBhvr>
                                      <p:to x="100000" y="100000"/>
                                    </p:animScale>
                                    <p:animScale>
                                      <p:cBhvr>
                                        <p:cTn id="20" dur="26">
                                          <p:stCondLst>
                                            <p:cond delay="1312"/>
                                          </p:stCondLst>
                                        </p:cTn>
                                        <p:tgtEl>
                                          <p:spTgt spid="3">
                                            <p:txEl>
                                              <p:pRg st="0" end="0"/>
                                            </p:txEl>
                                          </p:spTgt>
                                        </p:tgtEl>
                                      </p:cBhvr>
                                      <p:to x="100000" y="80000"/>
                                    </p:animScale>
                                    <p:animScale>
                                      <p:cBhvr>
                                        <p:cTn id="21" dur="166" decel="50000">
                                          <p:stCondLst>
                                            <p:cond delay="1338"/>
                                          </p:stCondLst>
                                        </p:cTn>
                                        <p:tgtEl>
                                          <p:spTgt spid="3">
                                            <p:txEl>
                                              <p:pRg st="0" end="0"/>
                                            </p:txEl>
                                          </p:spTgt>
                                        </p:tgtEl>
                                      </p:cBhvr>
                                      <p:to x="100000" y="100000"/>
                                    </p:animScale>
                                    <p:animScale>
                                      <p:cBhvr>
                                        <p:cTn id="22" dur="26">
                                          <p:stCondLst>
                                            <p:cond delay="1642"/>
                                          </p:stCondLst>
                                        </p:cTn>
                                        <p:tgtEl>
                                          <p:spTgt spid="3">
                                            <p:txEl>
                                              <p:pRg st="0" end="0"/>
                                            </p:txEl>
                                          </p:spTgt>
                                        </p:tgtEl>
                                      </p:cBhvr>
                                      <p:to x="100000" y="90000"/>
                                    </p:animScale>
                                    <p:animScale>
                                      <p:cBhvr>
                                        <p:cTn id="23" dur="166" decel="50000">
                                          <p:stCondLst>
                                            <p:cond delay="1668"/>
                                          </p:stCondLst>
                                        </p:cTn>
                                        <p:tgtEl>
                                          <p:spTgt spid="3">
                                            <p:txEl>
                                              <p:pRg st="0" end="0"/>
                                            </p:txEl>
                                          </p:spTgt>
                                        </p:tgtEl>
                                      </p:cBhvr>
                                      <p:to x="100000" y="100000"/>
                                    </p:animScale>
                                    <p:animScale>
                                      <p:cBhvr>
                                        <p:cTn id="24" dur="26">
                                          <p:stCondLst>
                                            <p:cond delay="1808"/>
                                          </p:stCondLst>
                                        </p:cTn>
                                        <p:tgtEl>
                                          <p:spTgt spid="3">
                                            <p:txEl>
                                              <p:pRg st="0" end="0"/>
                                            </p:txEl>
                                          </p:spTgt>
                                        </p:tgtEl>
                                      </p:cBhvr>
                                      <p:to x="100000" y="95000"/>
                                    </p:animScale>
                                    <p:animScale>
                                      <p:cBhvr>
                                        <p:cTn id="25" dur="166" decel="50000">
                                          <p:stCondLst>
                                            <p:cond delay="1834"/>
                                          </p:stCondLst>
                                        </p:cTn>
                                        <p:tgtEl>
                                          <p:spTgt spid="3">
                                            <p:txEl>
                                              <p:pRg st="0" end="0"/>
                                            </p:txEl>
                                          </p:spTgt>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down)">
                                      <p:cBhvr>
                                        <p:cTn id="30" dur="580">
                                          <p:stCondLst>
                                            <p:cond delay="0"/>
                                          </p:stCondLst>
                                        </p:cTn>
                                        <p:tgtEl>
                                          <p:spTgt spid="3">
                                            <p:txEl>
                                              <p:pRg st="1" end="1"/>
                                            </p:txEl>
                                          </p:spTgt>
                                        </p:tgtEl>
                                      </p:cBhvr>
                                    </p:animEffect>
                                    <p:anim calcmode="lin" valueType="num">
                                      <p:cBhvr>
                                        <p:cTn id="31"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1" end="1"/>
                                            </p:txEl>
                                          </p:spTgt>
                                        </p:tgtEl>
                                      </p:cBhvr>
                                      <p:to x="100000" y="60000"/>
                                    </p:animScale>
                                    <p:animScale>
                                      <p:cBhvr>
                                        <p:cTn id="37" dur="166" decel="50000">
                                          <p:stCondLst>
                                            <p:cond delay="676"/>
                                          </p:stCondLst>
                                        </p:cTn>
                                        <p:tgtEl>
                                          <p:spTgt spid="3">
                                            <p:txEl>
                                              <p:pRg st="1" end="1"/>
                                            </p:txEl>
                                          </p:spTgt>
                                        </p:tgtEl>
                                      </p:cBhvr>
                                      <p:to x="100000" y="100000"/>
                                    </p:animScale>
                                    <p:animScale>
                                      <p:cBhvr>
                                        <p:cTn id="38" dur="26">
                                          <p:stCondLst>
                                            <p:cond delay="1312"/>
                                          </p:stCondLst>
                                        </p:cTn>
                                        <p:tgtEl>
                                          <p:spTgt spid="3">
                                            <p:txEl>
                                              <p:pRg st="1" end="1"/>
                                            </p:txEl>
                                          </p:spTgt>
                                        </p:tgtEl>
                                      </p:cBhvr>
                                      <p:to x="100000" y="80000"/>
                                    </p:animScale>
                                    <p:animScale>
                                      <p:cBhvr>
                                        <p:cTn id="39" dur="166" decel="50000">
                                          <p:stCondLst>
                                            <p:cond delay="1338"/>
                                          </p:stCondLst>
                                        </p:cTn>
                                        <p:tgtEl>
                                          <p:spTgt spid="3">
                                            <p:txEl>
                                              <p:pRg st="1" end="1"/>
                                            </p:txEl>
                                          </p:spTgt>
                                        </p:tgtEl>
                                      </p:cBhvr>
                                      <p:to x="100000" y="100000"/>
                                    </p:animScale>
                                    <p:animScale>
                                      <p:cBhvr>
                                        <p:cTn id="40" dur="26">
                                          <p:stCondLst>
                                            <p:cond delay="1642"/>
                                          </p:stCondLst>
                                        </p:cTn>
                                        <p:tgtEl>
                                          <p:spTgt spid="3">
                                            <p:txEl>
                                              <p:pRg st="1" end="1"/>
                                            </p:txEl>
                                          </p:spTgt>
                                        </p:tgtEl>
                                      </p:cBhvr>
                                      <p:to x="100000" y="90000"/>
                                    </p:animScale>
                                    <p:animScale>
                                      <p:cBhvr>
                                        <p:cTn id="41" dur="166" decel="50000">
                                          <p:stCondLst>
                                            <p:cond delay="1668"/>
                                          </p:stCondLst>
                                        </p:cTn>
                                        <p:tgtEl>
                                          <p:spTgt spid="3">
                                            <p:txEl>
                                              <p:pRg st="1" end="1"/>
                                            </p:txEl>
                                          </p:spTgt>
                                        </p:tgtEl>
                                      </p:cBhvr>
                                      <p:to x="100000" y="100000"/>
                                    </p:animScale>
                                    <p:animScale>
                                      <p:cBhvr>
                                        <p:cTn id="42" dur="26">
                                          <p:stCondLst>
                                            <p:cond delay="1808"/>
                                          </p:stCondLst>
                                        </p:cTn>
                                        <p:tgtEl>
                                          <p:spTgt spid="3">
                                            <p:txEl>
                                              <p:pRg st="1" end="1"/>
                                            </p:txEl>
                                          </p:spTgt>
                                        </p:tgtEl>
                                      </p:cBhvr>
                                      <p:to x="100000" y="95000"/>
                                    </p:animScale>
                                    <p:animScale>
                                      <p:cBhvr>
                                        <p:cTn id="43"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8F842-40C8-1FAF-2F49-43B68089E625}"/>
              </a:ext>
            </a:extLst>
          </p:cNvPr>
          <p:cNvSpPr>
            <a:spLocks noGrp="1"/>
          </p:cNvSpPr>
          <p:nvPr>
            <p:ph type="title"/>
          </p:nvPr>
        </p:nvSpPr>
        <p:spPr/>
        <p:txBody>
          <a:bodyPr/>
          <a:lstStyle/>
          <a:p>
            <a:r>
              <a:rPr lang="en-US" dirty="0"/>
              <a:t>The Tester and the developer</a:t>
            </a:r>
          </a:p>
        </p:txBody>
      </p:sp>
      <p:sp>
        <p:nvSpPr>
          <p:cNvPr id="3" name="Content Placeholder 2">
            <a:extLst>
              <a:ext uri="{FF2B5EF4-FFF2-40B4-BE49-F238E27FC236}">
                <a16:creationId xmlns:a16="http://schemas.microsoft.com/office/drawing/2014/main" id="{639EA4F2-08C8-8D63-34E1-F7DB0A2D9FC7}"/>
              </a:ext>
            </a:extLst>
          </p:cNvPr>
          <p:cNvSpPr>
            <a:spLocks noGrp="1"/>
          </p:cNvSpPr>
          <p:nvPr>
            <p:ph sz="half" idx="1"/>
          </p:nvPr>
        </p:nvSpPr>
        <p:spPr/>
        <p:txBody>
          <a:bodyPr>
            <a:normAutofit lnSpcReduction="10000"/>
          </a:bodyPr>
          <a:lstStyle/>
          <a:p>
            <a:r>
              <a:rPr lang="en-US" b="1" dirty="0"/>
              <a:t>Tester</a:t>
            </a:r>
          </a:p>
          <a:p>
            <a:pPr algn="just"/>
            <a:r>
              <a:rPr lang="en-US" dirty="0"/>
              <a:t>The tester’s job is to look for security issues, functionality issues, bugs, etc.</a:t>
            </a:r>
          </a:p>
          <a:p>
            <a:pPr algn="just"/>
            <a:r>
              <a:rPr lang="en-US" dirty="0"/>
              <a:t>Communicates to the developers what issues they came across.</a:t>
            </a:r>
          </a:p>
          <a:p>
            <a:pPr algn="just"/>
            <a:r>
              <a:rPr lang="en-US" dirty="0"/>
              <a:t>Works with developers to fix any issues found</a:t>
            </a:r>
          </a:p>
        </p:txBody>
      </p:sp>
      <p:sp>
        <p:nvSpPr>
          <p:cNvPr id="4" name="Content Placeholder 3">
            <a:extLst>
              <a:ext uri="{FF2B5EF4-FFF2-40B4-BE49-F238E27FC236}">
                <a16:creationId xmlns:a16="http://schemas.microsoft.com/office/drawing/2014/main" id="{02119D1C-4B9E-9058-3CA5-40BB5AC07CBB}"/>
              </a:ext>
            </a:extLst>
          </p:cNvPr>
          <p:cNvSpPr>
            <a:spLocks noGrp="1"/>
          </p:cNvSpPr>
          <p:nvPr>
            <p:ph sz="half" idx="2"/>
          </p:nvPr>
        </p:nvSpPr>
        <p:spPr/>
        <p:txBody>
          <a:bodyPr>
            <a:normAutofit lnSpcReduction="10000"/>
          </a:bodyPr>
          <a:lstStyle/>
          <a:p>
            <a:r>
              <a:rPr lang="en-US" b="1" dirty="0"/>
              <a:t>Developer</a:t>
            </a:r>
          </a:p>
          <a:p>
            <a:pPr algn="just"/>
            <a:r>
              <a:rPr lang="en-US" dirty="0"/>
              <a:t>Builds the product in the desired language.</a:t>
            </a:r>
          </a:p>
          <a:p>
            <a:pPr algn="just"/>
            <a:r>
              <a:rPr lang="en-US" dirty="0"/>
              <a:t>Creates projects based on the client’s requirements.</a:t>
            </a:r>
          </a:p>
          <a:p>
            <a:pPr algn="just"/>
            <a:r>
              <a:rPr lang="en-US" dirty="0"/>
              <a:t>Works with the tester to fix issues found.</a:t>
            </a:r>
          </a:p>
          <a:p>
            <a:endParaRPr lang="en-US" dirty="0"/>
          </a:p>
        </p:txBody>
      </p:sp>
    </p:spTree>
    <p:extLst>
      <p:ext uri="{BB962C8B-B14F-4D97-AF65-F5344CB8AC3E}">
        <p14:creationId xmlns:p14="http://schemas.microsoft.com/office/powerpoint/2010/main" val="215233140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p:cTn id="1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p:cTn id="24"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3">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
                                            <p:txEl>
                                              <p:pRg st="0" end="0"/>
                                            </p:txEl>
                                          </p:spTgt>
                                        </p:tgtEl>
                                        <p:attrNameLst>
                                          <p:attrName>style.visibility</p:attrName>
                                        </p:attrNameLst>
                                      </p:cBhvr>
                                      <p:to>
                                        <p:strVal val="visible"/>
                                      </p:to>
                                    </p:set>
                                    <p:animEffect transition="in" filter="fade">
                                      <p:cBhvr>
                                        <p:cTn id="38" dur="500"/>
                                        <p:tgtEl>
                                          <p:spTgt spid="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childTnLst>
                                    <p:set>
                                      <p:cBhvr>
                                        <p:cTn id="42" dur="1" fill="hold">
                                          <p:stCondLst>
                                            <p:cond delay="0"/>
                                          </p:stCondLst>
                                        </p:cTn>
                                        <p:tgtEl>
                                          <p:spTgt spid="4">
                                            <p:txEl>
                                              <p:pRg st="1" end="1"/>
                                            </p:txEl>
                                          </p:spTgt>
                                        </p:tgtEl>
                                        <p:attrNameLst>
                                          <p:attrName>style.visibility</p:attrName>
                                        </p:attrNameLst>
                                      </p:cBhvr>
                                      <p:to>
                                        <p:strVal val="visible"/>
                                      </p:to>
                                    </p:set>
                                    <p:anim calcmode="lin" valueType="num">
                                      <p:cBhvr>
                                        <p:cTn id="43"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44"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45"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46" dur="1000"/>
                                        <p:tgtEl>
                                          <p:spTgt spid="4">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anim calcmode="lin" valueType="num">
                                      <p:cBhvr>
                                        <p:cTn id="51" dur="1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52" dur="1000" fill="hold"/>
                                        <p:tgtEl>
                                          <p:spTgt spid="4">
                                            <p:txEl>
                                              <p:pRg st="2" end="2"/>
                                            </p:txEl>
                                          </p:spTgt>
                                        </p:tgtEl>
                                        <p:attrNameLst>
                                          <p:attrName>ppt_h</p:attrName>
                                        </p:attrNameLst>
                                      </p:cBhvr>
                                      <p:tavLst>
                                        <p:tav tm="0">
                                          <p:val>
                                            <p:fltVal val="0"/>
                                          </p:val>
                                        </p:tav>
                                        <p:tav tm="100000">
                                          <p:val>
                                            <p:strVal val="#ppt_h"/>
                                          </p:val>
                                        </p:tav>
                                      </p:tavLst>
                                    </p:anim>
                                    <p:anim calcmode="lin" valueType="num">
                                      <p:cBhvr>
                                        <p:cTn id="53" dur="1000" fill="hold"/>
                                        <p:tgtEl>
                                          <p:spTgt spid="4">
                                            <p:txEl>
                                              <p:pRg st="2" end="2"/>
                                            </p:txEl>
                                          </p:spTgt>
                                        </p:tgtEl>
                                        <p:attrNameLst>
                                          <p:attrName>style.rotation</p:attrName>
                                        </p:attrNameLst>
                                      </p:cBhvr>
                                      <p:tavLst>
                                        <p:tav tm="0">
                                          <p:val>
                                            <p:fltVal val="90"/>
                                          </p:val>
                                        </p:tav>
                                        <p:tav tm="100000">
                                          <p:val>
                                            <p:fltVal val="0"/>
                                          </p:val>
                                        </p:tav>
                                      </p:tavLst>
                                    </p:anim>
                                    <p:animEffect transition="in" filter="fade">
                                      <p:cBhvr>
                                        <p:cTn id="54" dur="1000"/>
                                        <p:tgtEl>
                                          <p:spTgt spid="4">
                                            <p:txEl>
                                              <p:pRg st="2" end="2"/>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nodeType="clickEffect">
                                  <p:stCondLst>
                                    <p:cond delay="0"/>
                                  </p:stCondLst>
                                  <p:childTnLst>
                                    <p:set>
                                      <p:cBhvr>
                                        <p:cTn id="58" dur="1" fill="hold">
                                          <p:stCondLst>
                                            <p:cond delay="0"/>
                                          </p:stCondLst>
                                        </p:cTn>
                                        <p:tgtEl>
                                          <p:spTgt spid="4">
                                            <p:txEl>
                                              <p:pRg st="3" end="3"/>
                                            </p:txEl>
                                          </p:spTgt>
                                        </p:tgtEl>
                                        <p:attrNameLst>
                                          <p:attrName>style.visibility</p:attrName>
                                        </p:attrNameLst>
                                      </p:cBhvr>
                                      <p:to>
                                        <p:strVal val="visible"/>
                                      </p:to>
                                    </p:set>
                                    <p:anim calcmode="lin" valueType="num">
                                      <p:cBhvr>
                                        <p:cTn id="59" dur="1000" fill="hold"/>
                                        <p:tgtEl>
                                          <p:spTgt spid="4">
                                            <p:txEl>
                                              <p:pRg st="3" end="3"/>
                                            </p:txEl>
                                          </p:spTgt>
                                        </p:tgtEl>
                                        <p:attrNameLst>
                                          <p:attrName>ppt_w</p:attrName>
                                        </p:attrNameLst>
                                      </p:cBhvr>
                                      <p:tavLst>
                                        <p:tav tm="0">
                                          <p:val>
                                            <p:fltVal val="0"/>
                                          </p:val>
                                        </p:tav>
                                        <p:tav tm="100000">
                                          <p:val>
                                            <p:strVal val="#ppt_w"/>
                                          </p:val>
                                        </p:tav>
                                      </p:tavLst>
                                    </p:anim>
                                    <p:anim calcmode="lin" valueType="num">
                                      <p:cBhvr>
                                        <p:cTn id="60" dur="1000" fill="hold"/>
                                        <p:tgtEl>
                                          <p:spTgt spid="4">
                                            <p:txEl>
                                              <p:pRg st="3" end="3"/>
                                            </p:txEl>
                                          </p:spTgt>
                                        </p:tgtEl>
                                        <p:attrNameLst>
                                          <p:attrName>ppt_h</p:attrName>
                                        </p:attrNameLst>
                                      </p:cBhvr>
                                      <p:tavLst>
                                        <p:tav tm="0">
                                          <p:val>
                                            <p:fltVal val="0"/>
                                          </p:val>
                                        </p:tav>
                                        <p:tav tm="100000">
                                          <p:val>
                                            <p:strVal val="#ppt_h"/>
                                          </p:val>
                                        </p:tav>
                                      </p:tavLst>
                                    </p:anim>
                                    <p:anim calcmode="lin" valueType="num">
                                      <p:cBhvr>
                                        <p:cTn id="61" dur="1000" fill="hold"/>
                                        <p:tgtEl>
                                          <p:spTgt spid="4">
                                            <p:txEl>
                                              <p:pRg st="3" end="3"/>
                                            </p:txEl>
                                          </p:spTgt>
                                        </p:tgtEl>
                                        <p:attrNameLst>
                                          <p:attrName>style.rotation</p:attrName>
                                        </p:attrNameLst>
                                      </p:cBhvr>
                                      <p:tavLst>
                                        <p:tav tm="0">
                                          <p:val>
                                            <p:fltVal val="90"/>
                                          </p:val>
                                        </p:tav>
                                        <p:tav tm="100000">
                                          <p:val>
                                            <p:fltVal val="0"/>
                                          </p:val>
                                        </p:tav>
                                      </p:tavLst>
                                    </p:anim>
                                    <p:animEffect transition="in" filter="fade">
                                      <p:cBhvr>
                                        <p:cTn id="62"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391C63B-9409-43FE-B3C8-05C2F406E3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FD4D2D43-3C80-463E-95BA-95EDCFE52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A79495A4-D8D7-4D35-B403-4A8B70B488CA}"/>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A476B14B-B4EC-E0CA-7702-A30D3E0934FB}"/>
              </a:ext>
            </a:extLst>
          </p:cNvPr>
          <p:cNvSpPr>
            <a:spLocks noGrp="1"/>
          </p:cNvSpPr>
          <p:nvPr>
            <p:ph type="title"/>
          </p:nvPr>
        </p:nvSpPr>
        <p:spPr>
          <a:xfrm>
            <a:off x="6448425" y="618518"/>
            <a:ext cx="4598985" cy="1478570"/>
          </a:xfrm>
        </p:spPr>
        <p:txBody>
          <a:bodyPr>
            <a:normAutofit/>
          </a:bodyPr>
          <a:lstStyle/>
          <a:p>
            <a:r>
              <a:rPr lang="en-US" dirty="0"/>
              <a:t>Various phases of SDLC agile</a:t>
            </a:r>
          </a:p>
        </p:txBody>
      </p:sp>
      <p:pic>
        <p:nvPicPr>
          <p:cNvPr id="5" name="Picture 4" descr="Green leaf with dew on a dark nature background">
            <a:extLst>
              <a:ext uri="{FF2B5EF4-FFF2-40B4-BE49-F238E27FC236}">
                <a16:creationId xmlns:a16="http://schemas.microsoft.com/office/drawing/2014/main" id="{26EEFBE3-0E32-316E-C6D3-5FB8D1DC9E91}"/>
              </a:ext>
            </a:extLst>
          </p:cNvPr>
          <p:cNvPicPr>
            <a:picLocks noChangeAspect="1"/>
          </p:cNvPicPr>
          <p:nvPr/>
        </p:nvPicPr>
        <p:blipFill rotWithShape="1">
          <a:blip r:embed="rId4"/>
          <a:srcRect l="10985" r="26959" b="2"/>
          <a:stretch/>
        </p:blipFill>
        <p:spPr>
          <a:xfrm>
            <a:off x="-5597" y="10"/>
            <a:ext cx="6101597" cy="6857990"/>
          </a:xfrm>
          <a:prstGeom prst="rect">
            <a:avLst/>
          </a:prstGeom>
        </p:spPr>
      </p:pic>
      <p:grpSp>
        <p:nvGrpSpPr>
          <p:cNvPr id="13" name="Group 12">
            <a:extLst>
              <a:ext uri="{FF2B5EF4-FFF2-40B4-BE49-F238E27FC236}">
                <a16:creationId xmlns:a16="http://schemas.microsoft.com/office/drawing/2014/main" id="{86A8F816-AC43-412D-A97C-04A5F187F1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3C200A6-A160-4D61-B495-766D61704C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15" name="Freeform 6">
              <a:extLst>
                <a:ext uri="{FF2B5EF4-FFF2-40B4-BE49-F238E27FC236}">
                  <a16:creationId xmlns:a16="http://schemas.microsoft.com/office/drawing/2014/main" id="{A65C50F5-3FA5-496C-AE9D-9B2D18BA72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6" name="Freeform 7">
              <a:extLst>
                <a:ext uri="{FF2B5EF4-FFF2-40B4-BE49-F238E27FC236}">
                  <a16:creationId xmlns:a16="http://schemas.microsoft.com/office/drawing/2014/main" id="{93A0E285-6A59-4F32-954F-F4D01CF18A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7" name="Rectangle 16">
              <a:extLst>
                <a:ext uri="{FF2B5EF4-FFF2-40B4-BE49-F238E27FC236}">
                  <a16:creationId xmlns:a16="http://schemas.microsoft.com/office/drawing/2014/main" id="{647449E1-B2FD-40EC-B9B6-3B04F8691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18" name="Freeform 9">
              <a:extLst>
                <a:ext uri="{FF2B5EF4-FFF2-40B4-BE49-F238E27FC236}">
                  <a16:creationId xmlns:a16="http://schemas.microsoft.com/office/drawing/2014/main" id="{374C7DBB-A645-4225-913A-B32BF022C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9" name="Freeform 10">
              <a:extLst>
                <a:ext uri="{FF2B5EF4-FFF2-40B4-BE49-F238E27FC236}">
                  <a16:creationId xmlns:a16="http://schemas.microsoft.com/office/drawing/2014/main" id="{02763F9E-06D4-44F8-99B7-F03E46503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0" name="Freeform 11">
              <a:extLst>
                <a:ext uri="{FF2B5EF4-FFF2-40B4-BE49-F238E27FC236}">
                  <a16:creationId xmlns:a16="http://schemas.microsoft.com/office/drawing/2014/main" id="{F9485170-FF6A-4C2C-AD53-F75775B6A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1" name="Freeform 12">
              <a:extLst>
                <a:ext uri="{FF2B5EF4-FFF2-40B4-BE49-F238E27FC236}">
                  <a16:creationId xmlns:a16="http://schemas.microsoft.com/office/drawing/2014/main" id="{5A3B546C-8D41-4BED-9C42-40AA55B97D4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2" name="Freeform 13">
              <a:extLst>
                <a:ext uri="{FF2B5EF4-FFF2-40B4-BE49-F238E27FC236}">
                  <a16:creationId xmlns:a16="http://schemas.microsoft.com/office/drawing/2014/main" id="{1D3BFA4D-2052-4626-BD98-6ED846E77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3" name="Freeform 14">
              <a:extLst>
                <a:ext uri="{FF2B5EF4-FFF2-40B4-BE49-F238E27FC236}">
                  <a16:creationId xmlns:a16="http://schemas.microsoft.com/office/drawing/2014/main" id="{9B1795D5-2BDD-4792-9724-B7FFD0A2B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4" name="Freeform 15">
              <a:extLst>
                <a:ext uri="{FF2B5EF4-FFF2-40B4-BE49-F238E27FC236}">
                  <a16:creationId xmlns:a16="http://schemas.microsoft.com/office/drawing/2014/main" id="{FC57801A-7AC9-41A1-BC38-77918A1B4F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5" name="Freeform 16">
              <a:extLst>
                <a:ext uri="{FF2B5EF4-FFF2-40B4-BE49-F238E27FC236}">
                  <a16:creationId xmlns:a16="http://schemas.microsoft.com/office/drawing/2014/main" id="{82E16F78-76A8-4502-BDD1-C56EE245CF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6" name="Freeform 17">
              <a:extLst>
                <a:ext uri="{FF2B5EF4-FFF2-40B4-BE49-F238E27FC236}">
                  <a16:creationId xmlns:a16="http://schemas.microsoft.com/office/drawing/2014/main" id="{223BA1AA-E97D-4933-9448-B450686246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7" name="Freeform 18">
              <a:extLst>
                <a:ext uri="{FF2B5EF4-FFF2-40B4-BE49-F238E27FC236}">
                  <a16:creationId xmlns:a16="http://schemas.microsoft.com/office/drawing/2014/main" id="{B914E16B-686D-4E93-AF1A-48016E5FC5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8" name="Freeform 19">
              <a:extLst>
                <a:ext uri="{FF2B5EF4-FFF2-40B4-BE49-F238E27FC236}">
                  <a16:creationId xmlns:a16="http://schemas.microsoft.com/office/drawing/2014/main" id="{2BE217F2-46D9-4542-A0CA-62A6BDFA0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 name="Freeform 20">
              <a:extLst>
                <a:ext uri="{FF2B5EF4-FFF2-40B4-BE49-F238E27FC236}">
                  <a16:creationId xmlns:a16="http://schemas.microsoft.com/office/drawing/2014/main" id="{0295D04E-B04B-4149-B449-82C021A0CB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 name="Freeform 21">
              <a:extLst>
                <a:ext uri="{FF2B5EF4-FFF2-40B4-BE49-F238E27FC236}">
                  <a16:creationId xmlns:a16="http://schemas.microsoft.com/office/drawing/2014/main" id="{1B45069A-DE6E-4DAC-B4FB-53E0BE0F2D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 name="Freeform 22">
              <a:extLst>
                <a:ext uri="{FF2B5EF4-FFF2-40B4-BE49-F238E27FC236}">
                  <a16:creationId xmlns:a16="http://schemas.microsoft.com/office/drawing/2014/main" id="{2381C171-634E-4582-8BCF-4B1465D3CE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 name="Freeform 23">
              <a:extLst>
                <a:ext uri="{FF2B5EF4-FFF2-40B4-BE49-F238E27FC236}">
                  <a16:creationId xmlns:a16="http://schemas.microsoft.com/office/drawing/2014/main" id="{CDE96AC1-974B-46DC-8856-FF24F21FD0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 name="Freeform 24">
              <a:extLst>
                <a:ext uri="{FF2B5EF4-FFF2-40B4-BE49-F238E27FC236}">
                  <a16:creationId xmlns:a16="http://schemas.microsoft.com/office/drawing/2014/main" id="{E9E50B46-EEFE-4F1F-A66C-01A3056E4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4" name="Freeform 25">
              <a:extLst>
                <a:ext uri="{FF2B5EF4-FFF2-40B4-BE49-F238E27FC236}">
                  <a16:creationId xmlns:a16="http://schemas.microsoft.com/office/drawing/2014/main" id="{39C19F1F-0A32-47E4-B860-E7238095B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5" name="Freeform 26">
              <a:extLst>
                <a:ext uri="{FF2B5EF4-FFF2-40B4-BE49-F238E27FC236}">
                  <a16:creationId xmlns:a16="http://schemas.microsoft.com/office/drawing/2014/main" id="{9BC5FEDC-F173-42DA-B6B4-38887BEBBB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6" name="Freeform 27">
              <a:extLst>
                <a:ext uri="{FF2B5EF4-FFF2-40B4-BE49-F238E27FC236}">
                  <a16:creationId xmlns:a16="http://schemas.microsoft.com/office/drawing/2014/main" id="{F603B486-2B6A-427C-B213-94D62DEE7F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7" name="Freeform 28">
              <a:extLst>
                <a:ext uri="{FF2B5EF4-FFF2-40B4-BE49-F238E27FC236}">
                  <a16:creationId xmlns:a16="http://schemas.microsoft.com/office/drawing/2014/main" id="{9923324F-5ABA-4211-BFD5-3C7210A3DC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8" name="Freeform 29">
              <a:extLst>
                <a:ext uri="{FF2B5EF4-FFF2-40B4-BE49-F238E27FC236}">
                  <a16:creationId xmlns:a16="http://schemas.microsoft.com/office/drawing/2014/main" id="{174E15FD-3C22-42F2-86C1-816A41A113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9" name="Freeform 30">
              <a:extLst>
                <a:ext uri="{FF2B5EF4-FFF2-40B4-BE49-F238E27FC236}">
                  <a16:creationId xmlns:a16="http://schemas.microsoft.com/office/drawing/2014/main" id="{97DBD1EA-E545-4370-BDAE-BCADFCAE02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0" name="Freeform 31">
              <a:extLst>
                <a:ext uri="{FF2B5EF4-FFF2-40B4-BE49-F238E27FC236}">
                  <a16:creationId xmlns:a16="http://schemas.microsoft.com/office/drawing/2014/main" id="{349BB900-4B0A-4A52-91D0-BA1251DD9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1" name="Freeform 32">
              <a:extLst>
                <a:ext uri="{FF2B5EF4-FFF2-40B4-BE49-F238E27FC236}">
                  <a16:creationId xmlns:a16="http://schemas.microsoft.com/office/drawing/2014/main" id="{6806FA38-BF37-458D-8FA3-FFAE06373F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2" name="Rectangle 41">
              <a:extLst>
                <a:ext uri="{FF2B5EF4-FFF2-40B4-BE49-F238E27FC236}">
                  <a16:creationId xmlns:a16="http://schemas.microsoft.com/office/drawing/2014/main" id="{4D932FFD-96DA-4DCC-9719-F5734FC553E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43" name="Freeform 34">
              <a:extLst>
                <a:ext uri="{FF2B5EF4-FFF2-40B4-BE49-F238E27FC236}">
                  <a16:creationId xmlns:a16="http://schemas.microsoft.com/office/drawing/2014/main" id="{55D6D3C9-0B00-4009-8DD3-C64858A9A1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4" name="Freeform 35">
              <a:extLst>
                <a:ext uri="{FF2B5EF4-FFF2-40B4-BE49-F238E27FC236}">
                  <a16:creationId xmlns:a16="http://schemas.microsoft.com/office/drawing/2014/main" id="{8D8B5E4D-FF9B-4CED-91C9-B2800B3DA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5" name="Freeform 36">
              <a:extLst>
                <a:ext uri="{FF2B5EF4-FFF2-40B4-BE49-F238E27FC236}">
                  <a16:creationId xmlns:a16="http://schemas.microsoft.com/office/drawing/2014/main" id="{6A4620BB-BF1E-4B42-870C-57EC0C649B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6" name="Freeform 37">
              <a:extLst>
                <a:ext uri="{FF2B5EF4-FFF2-40B4-BE49-F238E27FC236}">
                  <a16:creationId xmlns:a16="http://schemas.microsoft.com/office/drawing/2014/main" id="{4F5B49D4-1AE0-44C9-AEDE-8F98DC508B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7" name="Freeform 38">
              <a:extLst>
                <a:ext uri="{FF2B5EF4-FFF2-40B4-BE49-F238E27FC236}">
                  <a16:creationId xmlns:a16="http://schemas.microsoft.com/office/drawing/2014/main" id="{83722B55-49D5-4B14-8816-40F027BB5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8" name="Freeform 39">
              <a:extLst>
                <a:ext uri="{FF2B5EF4-FFF2-40B4-BE49-F238E27FC236}">
                  <a16:creationId xmlns:a16="http://schemas.microsoft.com/office/drawing/2014/main" id="{B501AD49-DB3F-4688-9FBD-D5856C90B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9" name="Freeform 40">
              <a:extLst>
                <a:ext uri="{FF2B5EF4-FFF2-40B4-BE49-F238E27FC236}">
                  <a16:creationId xmlns:a16="http://schemas.microsoft.com/office/drawing/2014/main" id="{4414AF2C-5011-4941-A5FC-9F0BFFDA13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0" name="Freeform 41">
              <a:extLst>
                <a:ext uri="{FF2B5EF4-FFF2-40B4-BE49-F238E27FC236}">
                  <a16:creationId xmlns:a16="http://schemas.microsoft.com/office/drawing/2014/main" id="{E43B9AC1-EA63-4CBE-A044-814D130F4E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1" name="Freeform 42">
              <a:extLst>
                <a:ext uri="{FF2B5EF4-FFF2-40B4-BE49-F238E27FC236}">
                  <a16:creationId xmlns:a16="http://schemas.microsoft.com/office/drawing/2014/main" id="{FE925601-6A24-4966-AB9C-96A5FD1FD9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2" name="Freeform 43">
              <a:extLst>
                <a:ext uri="{FF2B5EF4-FFF2-40B4-BE49-F238E27FC236}">
                  <a16:creationId xmlns:a16="http://schemas.microsoft.com/office/drawing/2014/main" id="{07904E40-954B-44B5-8DEF-ABBAAB3EF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3" name="Freeform 44">
              <a:extLst>
                <a:ext uri="{FF2B5EF4-FFF2-40B4-BE49-F238E27FC236}">
                  <a16:creationId xmlns:a16="http://schemas.microsoft.com/office/drawing/2014/main" id="{D5D18F9A-64A1-491E-8420-D9E6A9659F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4" name="Rectangle 53">
              <a:extLst>
                <a:ext uri="{FF2B5EF4-FFF2-40B4-BE49-F238E27FC236}">
                  <a16:creationId xmlns:a16="http://schemas.microsoft.com/office/drawing/2014/main" id="{C0506166-82B1-452B-A872-793A8226E1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55" name="Freeform 46">
              <a:extLst>
                <a:ext uri="{FF2B5EF4-FFF2-40B4-BE49-F238E27FC236}">
                  <a16:creationId xmlns:a16="http://schemas.microsoft.com/office/drawing/2014/main" id="{E86143AC-3ED1-4B89-88B2-9B34834B2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6" name="Freeform 47">
              <a:extLst>
                <a:ext uri="{FF2B5EF4-FFF2-40B4-BE49-F238E27FC236}">
                  <a16:creationId xmlns:a16="http://schemas.microsoft.com/office/drawing/2014/main" id="{2506B36D-400D-4AE7-854E-81E7D1711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7" name="Freeform 48">
              <a:extLst>
                <a:ext uri="{FF2B5EF4-FFF2-40B4-BE49-F238E27FC236}">
                  <a16:creationId xmlns:a16="http://schemas.microsoft.com/office/drawing/2014/main" id="{FAC469E8-99A7-4A3B-AA77-7D3F8B5A14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8" name="Freeform 49">
              <a:extLst>
                <a:ext uri="{FF2B5EF4-FFF2-40B4-BE49-F238E27FC236}">
                  <a16:creationId xmlns:a16="http://schemas.microsoft.com/office/drawing/2014/main" id="{C9D4AC33-8E6A-487F-B207-0910573B2FF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9" name="Freeform 50">
              <a:extLst>
                <a:ext uri="{FF2B5EF4-FFF2-40B4-BE49-F238E27FC236}">
                  <a16:creationId xmlns:a16="http://schemas.microsoft.com/office/drawing/2014/main" id="{5169DB35-0F33-4D65-A6A7-B29435846C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0" name="Freeform 51">
              <a:extLst>
                <a:ext uri="{FF2B5EF4-FFF2-40B4-BE49-F238E27FC236}">
                  <a16:creationId xmlns:a16="http://schemas.microsoft.com/office/drawing/2014/main" id="{276CF58E-C966-4C95-A574-042E4A056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1" name="Freeform 52">
              <a:extLst>
                <a:ext uri="{FF2B5EF4-FFF2-40B4-BE49-F238E27FC236}">
                  <a16:creationId xmlns:a16="http://schemas.microsoft.com/office/drawing/2014/main" id="{39352F72-1FD1-480D-8480-5B8D4AEE22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2" name="Freeform 53">
              <a:extLst>
                <a:ext uri="{FF2B5EF4-FFF2-40B4-BE49-F238E27FC236}">
                  <a16:creationId xmlns:a16="http://schemas.microsoft.com/office/drawing/2014/main" id="{387FF91D-79A1-4BEE-B978-9A4CA48C50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3" name="Freeform 54">
              <a:extLst>
                <a:ext uri="{FF2B5EF4-FFF2-40B4-BE49-F238E27FC236}">
                  <a16:creationId xmlns:a16="http://schemas.microsoft.com/office/drawing/2014/main" id="{A4378872-C560-4526-A46E-8E7744EDD9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4" name="Freeform 55">
              <a:extLst>
                <a:ext uri="{FF2B5EF4-FFF2-40B4-BE49-F238E27FC236}">
                  <a16:creationId xmlns:a16="http://schemas.microsoft.com/office/drawing/2014/main" id="{7CACB4BC-B52B-499B-87DB-D29BDA320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5" name="Freeform 56">
              <a:extLst>
                <a:ext uri="{FF2B5EF4-FFF2-40B4-BE49-F238E27FC236}">
                  <a16:creationId xmlns:a16="http://schemas.microsoft.com/office/drawing/2014/main" id="{A54207F8-153A-46DB-9031-D45E462B70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6" name="Freeform 57">
              <a:extLst>
                <a:ext uri="{FF2B5EF4-FFF2-40B4-BE49-F238E27FC236}">
                  <a16:creationId xmlns:a16="http://schemas.microsoft.com/office/drawing/2014/main" id="{3D28E5BB-BD55-40DE-83C3-67FD3B1A2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7" name="Freeform 58">
              <a:extLst>
                <a:ext uri="{FF2B5EF4-FFF2-40B4-BE49-F238E27FC236}">
                  <a16:creationId xmlns:a16="http://schemas.microsoft.com/office/drawing/2014/main" id="{F5C4D757-8A6D-4D97-A17E-BF0D0EFD0D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grpSp>
      <p:sp>
        <p:nvSpPr>
          <p:cNvPr id="3" name="Content Placeholder 2">
            <a:extLst>
              <a:ext uri="{FF2B5EF4-FFF2-40B4-BE49-F238E27FC236}">
                <a16:creationId xmlns:a16="http://schemas.microsoft.com/office/drawing/2014/main" id="{7FB9ADBB-8C66-0B08-3599-C287DF8F3F12}"/>
              </a:ext>
            </a:extLst>
          </p:cNvPr>
          <p:cNvSpPr>
            <a:spLocks noGrp="1"/>
          </p:cNvSpPr>
          <p:nvPr>
            <p:ph idx="1"/>
          </p:nvPr>
        </p:nvSpPr>
        <p:spPr>
          <a:xfrm>
            <a:off x="6448425" y="2249487"/>
            <a:ext cx="4598986" cy="3541714"/>
          </a:xfrm>
        </p:spPr>
        <p:txBody>
          <a:bodyPr>
            <a:normAutofit fontScale="85000" lnSpcReduction="20000"/>
          </a:bodyPr>
          <a:lstStyle/>
          <a:p>
            <a:r>
              <a:rPr lang="en-US" sz="3500" dirty="0"/>
              <a:t>Planning and Analysis</a:t>
            </a:r>
          </a:p>
          <a:p>
            <a:r>
              <a:rPr lang="en-US" sz="3500" dirty="0"/>
              <a:t>Design</a:t>
            </a:r>
          </a:p>
          <a:p>
            <a:r>
              <a:rPr lang="en-US" sz="3500" dirty="0"/>
              <a:t>Development</a:t>
            </a:r>
          </a:p>
          <a:p>
            <a:r>
              <a:rPr lang="en-US" sz="3500" dirty="0"/>
              <a:t>Testing</a:t>
            </a:r>
          </a:p>
          <a:p>
            <a:r>
              <a:rPr lang="en-US" sz="3500" dirty="0"/>
              <a:t>Deployment</a:t>
            </a:r>
          </a:p>
          <a:p>
            <a:r>
              <a:rPr lang="en-US" sz="3500" dirty="0"/>
              <a:t>Maintenance</a:t>
            </a:r>
          </a:p>
          <a:p>
            <a:pPr marL="0" indent="0">
              <a:buNone/>
            </a:pPr>
            <a:endParaRPr lang="en-US" dirty="0"/>
          </a:p>
        </p:txBody>
      </p:sp>
    </p:spTree>
    <p:extLst>
      <p:ext uri="{BB962C8B-B14F-4D97-AF65-F5344CB8AC3E}">
        <p14:creationId xmlns:p14="http://schemas.microsoft.com/office/powerpoint/2010/main" val="114331281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1)">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heel(1)">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heel(1)">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heel(1)">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B448F0-DA06-4165-AB5F-4330A20E0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92D83638-A467-411A-9C31-FE9A111CD8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12" name="Group 11">
            <a:extLst>
              <a:ext uri="{FF2B5EF4-FFF2-40B4-BE49-F238E27FC236}">
                <a16:creationId xmlns:a16="http://schemas.microsoft.com/office/drawing/2014/main" id="{2576BCDF-119F-4EB5-83D7-ED823C93EB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solidFill>
            <a:schemeClr val="tx2">
              <a:alpha val="45000"/>
            </a:schemeClr>
          </a:solidFill>
        </p:grpSpPr>
        <p:sp>
          <p:nvSpPr>
            <p:cNvPr id="13" name="Rectangle 5">
              <a:extLst>
                <a:ext uri="{FF2B5EF4-FFF2-40B4-BE49-F238E27FC236}">
                  <a16:creationId xmlns:a16="http://schemas.microsoft.com/office/drawing/2014/main" id="{43D63E8F-FD8A-4CE3-B7C9-3E9E2B66B5F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4" name="Freeform 6">
              <a:extLst>
                <a:ext uri="{FF2B5EF4-FFF2-40B4-BE49-F238E27FC236}">
                  <a16:creationId xmlns:a16="http://schemas.microsoft.com/office/drawing/2014/main" id="{D107D890-1831-46D8-90FB-F2FC0B2884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 name="Freeform 7">
              <a:extLst>
                <a:ext uri="{FF2B5EF4-FFF2-40B4-BE49-F238E27FC236}">
                  <a16:creationId xmlns:a16="http://schemas.microsoft.com/office/drawing/2014/main" id="{02440904-A4EC-4F72-8E22-AAF4D9DB5C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 name="Freeform 8">
              <a:extLst>
                <a:ext uri="{FF2B5EF4-FFF2-40B4-BE49-F238E27FC236}">
                  <a16:creationId xmlns:a16="http://schemas.microsoft.com/office/drawing/2014/main" id="{625E9C1F-1569-416B-A85C-FA1434872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 name="Freeform 9">
              <a:extLst>
                <a:ext uri="{FF2B5EF4-FFF2-40B4-BE49-F238E27FC236}">
                  <a16:creationId xmlns:a16="http://schemas.microsoft.com/office/drawing/2014/main" id="{3A186C77-43BF-4B1B-8170-48944F3057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 name="Freeform 10">
              <a:extLst>
                <a:ext uri="{FF2B5EF4-FFF2-40B4-BE49-F238E27FC236}">
                  <a16:creationId xmlns:a16="http://schemas.microsoft.com/office/drawing/2014/main" id="{FA8D72C1-8526-44B4-9333-5E0057ECC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 name="Freeform 11">
              <a:extLst>
                <a:ext uri="{FF2B5EF4-FFF2-40B4-BE49-F238E27FC236}">
                  <a16:creationId xmlns:a16="http://schemas.microsoft.com/office/drawing/2014/main" id="{790E4BA0-9C47-48B6-AA4A-8FC22DA95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 name="Freeform 12">
              <a:extLst>
                <a:ext uri="{FF2B5EF4-FFF2-40B4-BE49-F238E27FC236}">
                  <a16:creationId xmlns:a16="http://schemas.microsoft.com/office/drawing/2014/main" id="{FD051475-431F-4B9D-94C6-7B49A69582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 name="Freeform 13">
              <a:extLst>
                <a:ext uri="{FF2B5EF4-FFF2-40B4-BE49-F238E27FC236}">
                  <a16:creationId xmlns:a16="http://schemas.microsoft.com/office/drawing/2014/main" id="{82255D2F-85A1-4A19-8BC4-EB2715F36C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 name="Freeform 14">
              <a:extLst>
                <a:ext uri="{FF2B5EF4-FFF2-40B4-BE49-F238E27FC236}">
                  <a16:creationId xmlns:a16="http://schemas.microsoft.com/office/drawing/2014/main" id="{EBC3A004-9794-4EFA-83F0-989248797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3" name="Freeform 15">
              <a:extLst>
                <a:ext uri="{FF2B5EF4-FFF2-40B4-BE49-F238E27FC236}">
                  <a16:creationId xmlns:a16="http://schemas.microsoft.com/office/drawing/2014/main" id="{6EFD9FC3-E11A-44E3-BCAC-A07F3C601F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4" name="Line 16">
              <a:extLst>
                <a:ext uri="{FF2B5EF4-FFF2-40B4-BE49-F238E27FC236}">
                  <a16:creationId xmlns:a16="http://schemas.microsoft.com/office/drawing/2014/main" id="{AB6AB6F7-6592-4028-B349-1C0E53A29C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25" name="Freeform 17">
              <a:extLst>
                <a:ext uri="{FF2B5EF4-FFF2-40B4-BE49-F238E27FC236}">
                  <a16:creationId xmlns:a16="http://schemas.microsoft.com/office/drawing/2014/main" id="{6C2415E6-F914-4C11-B48B-4910AA6CA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6" name="Freeform 18">
              <a:extLst>
                <a:ext uri="{FF2B5EF4-FFF2-40B4-BE49-F238E27FC236}">
                  <a16:creationId xmlns:a16="http://schemas.microsoft.com/office/drawing/2014/main" id="{2412013C-072A-489E-851A-CFEF91A9A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7" name="Freeform 19">
              <a:extLst>
                <a:ext uri="{FF2B5EF4-FFF2-40B4-BE49-F238E27FC236}">
                  <a16:creationId xmlns:a16="http://schemas.microsoft.com/office/drawing/2014/main" id="{DE93DF9F-296F-4DE4-8813-D8C04DE4C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8" name="Freeform 20">
              <a:extLst>
                <a:ext uri="{FF2B5EF4-FFF2-40B4-BE49-F238E27FC236}">
                  <a16:creationId xmlns:a16="http://schemas.microsoft.com/office/drawing/2014/main" id="{F440D966-5030-460C-9916-BF9B915421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9" name="Rectangle 21">
              <a:extLst>
                <a:ext uri="{FF2B5EF4-FFF2-40B4-BE49-F238E27FC236}">
                  <a16:creationId xmlns:a16="http://schemas.microsoft.com/office/drawing/2014/main" id="{1EFE245D-BA05-4F4D-A6E8-40739F48E76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30" name="Freeform 22">
              <a:extLst>
                <a:ext uri="{FF2B5EF4-FFF2-40B4-BE49-F238E27FC236}">
                  <a16:creationId xmlns:a16="http://schemas.microsoft.com/office/drawing/2014/main" id="{ED67811C-F735-441C-98A6-2517EC099A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1" name="Freeform 23">
              <a:extLst>
                <a:ext uri="{FF2B5EF4-FFF2-40B4-BE49-F238E27FC236}">
                  <a16:creationId xmlns:a16="http://schemas.microsoft.com/office/drawing/2014/main" id="{3070FC44-32F9-470F-A131-868F3F1DB7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2" name="Freeform 24">
              <a:extLst>
                <a:ext uri="{FF2B5EF4-FFF2-40B4-BE49-F238E27FC236}">
                  <a16:creationId xmlns:a16="http://schemas.microsoft.com/office/drawing/2014/main" id="{95FB52C7-C779-4E3F-978C-4595FEF86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3" name="Freeform 25">
              <a:extLst>
                <a:ext uri="{FF2B5EF4-FFF2-40B4-BE49-F238E27FC236}">
                  <a16:creationId xmlns:a16="http://schemas.microsoft.com/office/drawing/2014/main" id="{D4EB1759-62AC-4B24-9DC6-E4F8737E89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4" name="Freeform 26">
              <a:extLst>
                <a:ext uri="{FF2B5EF4-FFF2-40B4-BE49-F238E27FC236}">
                  <a16:creationId xmlns:a16="http://schemas.microsoft.com/office/drawing/2014/main" id="{7BF6FB39-864B-4F58-86E8-790E16FB3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5" name="Freeform 27">
              <a:extLst>
                <a:ext uri="{FF2B5EF4-FFF2-40B4-BE49-F238E27FC236}">
                  <a16:creationId xmlns:a16="http://schemas.microsoft.com/office/drawing/2014/main" id="{5FE4FA46-B51C-43DA-87FC-2644ED117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6" name="Freeform 28">
              <a:extLst>
                <a:ext uri="{FF2B5EF4-FFF2-40B4-BE49-F238E27FC236}">
                  <a16:creationId xmlns:a16="http://schemas.microsoft.com/office/drawing/2014/main" id="{25DD1322-2D3A-4E7B-B23B-B4F96E02C2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7" name="Freeform 29">
              <a:extLst>
                <a:ext uri="{FF2B5EF4-FFF2-40B4-BE49-F238E27FC236}">
                  <a16:creationId xmlns:a16="http://schemas.microsoft.com/office/drawing/2014/main" id="{6E4FFBEB-52BB-494D-AD99-A0F072AB6F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8" name="Freeform 30">
              <a:extLst>
                <a:ext uri="{FF2B5EF4-FFF2-40B4-BE49-F238E27FC236}">
                  <a16:creationId xmlns:a16="http://schemas.microsoft.com/office/drawing/2014/main" id="{7DE92406-3F65-4333-BAAA-A9A7B5AEE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9" name="Freeform 31">
              <a:extLst>
                <a:ext uri="{FF2B5EF4-FFF2-40B4-BE49-F238E27FC236}">
                  <a16:creationId xmlns:a16="http://schemas.microsoft.com/office/drawing/2014/main" id="{B8B0FFC4-D1BB-4BB9-A224-BB78BFD338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sp>
        <p:nvSpPr>
          <p:cNvPr id="3" name="Content Placeholder 2">
            <a:extLst>
              <a:ext uri="{FF2B5EF4-FFF2-40B4-BE49-F238E27FC236}">
                <a16:creationId xmlns:a16="http://schemas.microsoft.com/office/drawing/2014/main" id="{0B9D86A6-E683-9B2B-517D-8154711EAA01}"/>
              </a:ext>
            </a:extLst>
          </p:cNvPr>
          <p:cNvSpPr>
            <a:spLocks noGrp="1"/>
          </p:cNvSpPr>
          <p:nvPr>
            <p:ph idx="1"/>
          </p:nvPr>
        </p:nvSpPr>
        <p:spPr>
          <a:xfrm>
            <a:off x="1027113" y="456406"/>
            <a:ext cx="9840911" cy="5755483"/>
          </a:xfrm>
        </p:spPr>
        <p:txBody>
          <a:bodyPr anchor="t">
            <a:normAutofit fontScale="92500" lnSpcReduction="10000"/>
          </a:bodyPr>
          <a:lstStyle/>
          <a:p>
            <a:pPr algn="just"/>
            <a:r>
              <a:rPr lang="en-US" dirty="0"/>
              <a:t>The Planning and Analysis stage of SDLC is where the product owner will sit with the client and flesh out the requirements of the project. The analysis stage allows for work on a budget and possible profits.</a:t>
            </a:r>
          </a:p>
          <a:p>
            <a:pPr lvl="1" algn="just"/>
            <a:r>
              <a:rPr lang="en-US" dirty="0">
                <a:solidFill>
                  <a:schemeClr val="accent1">
                    <a:lumMod val="75000"/>
                  </a:schemeClr>
                </a:solidFill>
              </a:rPr>
              <a:t>Importance of this stage is to brainstorm ideas on how to proceed with what the client is looking for, laying down the groundwork and creating a timeframe for completion.</a:t>
            </a:r>
          </a:p>
          <a:p>
            <a:pPr algn="just"/>
            <a:r>
              <a:rPr lang="en-US" dirty="0"/>
              <a:t>The Design stage is where the Product Backlog and User stories come into play. The whole team comes together to share ideas and design the look and feel based on the requirements.</a:t>
            </a:r>
          </a:p>
          <a:p>
            <a:pPr lvl="1" algn="just"/>
            <a:r>
              <a:rPr lang="en-US" dirty="0">
                <a:solidFill>
                  <a:schemeClr val="accent1">
                    <a:lumMod val="75000"/>
                  </a:schemeClr>
                </a:solidFill>
              </a:rPr>
              <a:t>Importance of this stage is to create demos of the product to see what best fits the client’s needs and wants. </a:t>
            </a:r>
          </a:p>
          <a:p>
            <a:pPr algn="just"/>
            <a:r>
              <a:rPr lang="en-US" dirty="0"/>
              <a:t>The development stage is where the developers work on building the project based on the design and user stories the team came up with.</a:t>
            </a:r>
          </a:p>
          <a:p>
            <a:pPr lvl="1" algn="just"/>
            <a:r>
              <a:rPr lang="en-US" dirty="0">
                <a:solidFill>
                  <a:schemeClr val="accent1">
                    <a:lumMod val="75000"/>
                  </a:schemeClr>
                </a:solidFill>
              </a:rPr>
              <a:t>Importance of this stage is to build the app using the desired language, making changes as necessary so that the project meets the changing needs of the client. Works hand in hand with the testing stage.</a:t>
            </a:r>
          </a:p>
          <a:p>
            <a:pPr lvl="1"/>
            <a:endParaRPr lang="en-US" dirty="0"/>
          </a:p>
          <a:p>
            <a:pPr marL="457200" lvl="1" indent="0">
              <a:buNone/>
            </a:pPr>
            <a:endParaRPr lang="en-US" dirty="0"/>
          </a:p>
        </p:txBody>
      </p:sp>
      <p:grpSp>
        <p:nvGrpSpPr>
          <p:cNvPr id="41" name="Group 40">
            <a:extLst>
              <a:ext uri="{FF2B5EF4-FFF2-40B4-BE49-F238E27FC236}">
                <a16:creationId xmlns:a16="http://schemas.microsoft.com/office/drawing/2014/main" id="{8DB4BB99-C854-45F9-BED1-63D15E3A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2">
              <a:alpha val="45000"/>
            </a:schemeClr>
          </a:solidFill>
        </p:grpSpPr>
        <p:sp>
          <p:nvSpPr>
            <p:cNvPr id="42" name="Freeform 32">
              <a:extLst>
                <a:ext uri="{FF2B5EF4-FFF2-40B4-BE49-F238E27FC236}">
                  <a16:creationId xmlns:a16="http://schemas.microsoft.com/office/drawing/2014/main" id="{5D1CCC4C-284C-4BF6-97D9-D97467463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3" name="Freeform 33">
              <a:extLst>
                <a:ext uri="{FF2B5EF4-FFF2-40B4-BE49-F238E27FC236}">
                  <a16:creationId xmlns:a16="http://schemas.microsoft.com/office/drawing/2014/main" id="{35D82D1B-EB09-4028-9107-D60B547C7B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4" name="Freeform 34">
              <a:extLst>
                <a:ext uri="{FF2B5EF4-FFF2-40B4-BE49-F238E27FC236}">
                  <a16:creationId xmlns:a16="http://schemas.microsoft.com/office/drawing/2014/main" id="{1389EE93-8059-437E-8507-7557AD68FB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5" name="Freeform 35">
              <a:extLst>
                <a:ext uri="{FF2B5EF4-FFF2-40B4-BE49-F238E27FC236}">
                  <a16:creationId xmlns:a16="http://schemas.microsoft.com/office/drawing/2014/main" id="{377C05DC-75FF-4426-A34F-DBF0C7E7B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6" name="Freeform 36">
              <a:extLst>
                <a:ext uri="{FF2B5EF4-FFF2-40B4-BE49-F238E27FC236}">
                  <a16:creationId xmlns:a16="http://schemas.microsoft.com/office/drawing/2014/main" id="{03D385C8-866D-437D-91B1-2E3ECDD88E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7" name="Freeform 37">
              <a:extLst>
                <a:ext uri="{FF2B5EF4-FFF2-40B4-BE49-F238E27FC236}">
                  <a16:creationId xmlns:a16="http://schemas.microsoft.com/office/drawing/2014/main" id="{3F649CBB-748F-4C79-A14F-C531C40B0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8" name="Freeform 38">
              <a:extLst>
                <a:ext uri="{FF2B5EF4-FFF2-40B4-BE49-F238E27FC236}">
                  <a16:creationId xmlns:a16="http://schemas.microsoft.com/office/drawing/2014/main" id="{7F4622C0-84AF-41F1-9128-FE73CADD36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9" name="Freeform 39">
              <a:extLst>
                <a:ext uri="{FF2B5EF4-FFF2-40B4-BE49-F238E27FC236}">
                  <a16:creationId xmlns:a16="http://schemas.microsoft.com/office/drawing/2014/main" id="{CC6F29C1-A471-4CDE-8C21-E4B15C5E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0" name="Freeform 40">
              <a:extLst>
                <a:ext uri="{FF2B5EF4-FFF2-40B4-BE49-F238E27FC236}">
                  <a16:creationId xmlns:a16="http://schemas.microsoft.com/office/drawing/2014/main" id="{67F5B7DA-86C7-4AE0-96B6-D7F5AA51E2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1" name="Rectangle 41">
              <a:extLst>
                <a:ext uri="{FF2B5EF4-FFF2-40B4-BE49-F238E27FC236}">
                  <a16:creationId xmlns:a16="http://schemas.microsoft.com/office/drawing/2014/main" id="{0FA481E3-0439-484A-AC9B-19D58B98E4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spTree>
    <p:extLst>
      <p:ext uri="{BB962C8B-B14F-4D97-AF65-F5344CB8AC3E}">
        <p14:creationId xmlns:p14="http://schemas.microsoft.com/office/powerpoint/2010/main" val="2888715335"/>
      </p:ext>
    </p:extLst>
  </p:cSld>
  <p:clrMapOvr>
    <a:overrideClrMapping bg1="lt1" tx1="dk1" bg2="lt2" tx2="dk2" accent1="accent1" accent2="accent2" accent3="accent3" accent4="accent4" accent5="accent5" accent6="accent6" hlink="hlink" folHlink="folHlink"/>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E9B448F0-DA06-4165-AB5F-4330A20E0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2">
            <a:extLst>
              <a:ext uri="{FF2B5EF4-FFF2-40B4-BE49-F238E27FC236}">
                <a16:creationId xmlns:a16="http://schemas.microsoft.com/office/drawing/2014/main" id="{92D83638-A467-411A-9C31-FE9A111CD8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64" name="Group 63">
            <a:extLst>
              <a:ext uri="{FF2B5EF4-FFF2-40B4-BE49-F238E27FC236}">
                <a16:creationId xmlns:a16="http://schemas.microsoft.com/office/drawing/2014/main" id="{2576BCDF-119F-4EB5-83D7-ED823C93EB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solidFill>
            <a:schemeClr val="tx2">
              <a:alpha val="45000"/>
            </a:schemeClr>
          </a:solidFill>
        </p:grpSpPr>
        <p:sp>
          <p:nvSpPr>
            <p:cNvPr id="65" name="Rectangle 5">
              <a:extLst>
                <a:ext uri="{FF2B5EF4-FFF2-40B4-BE49-F238E27FC236}">
                  <a16:creationId xmlns:a16="http://schemas.microsoft.com/office/drawing/2014/main" id="{43D63E8F-FD8A-4CE3-B7C9-3E9E2B66B5F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66" name="Freeform 6">
              <a:extLst>
                <a:ext uri="{FF2B5EF4-FFF2-40B4-BE49-F238E27FC236}">
                  <a16:creationId xmlns:a16="http://schemas.microsoft.com/office/drawing/2014/main" id="{D107D890-1831-46D8-90FB-F2FC0B2884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67" name="Freeform 7">
              <a:extLst>
                <a:ext uri="{FF2B5EF4-FFF2-40B4-BE49-F238E27FC236}">
                  <a16:creationId xmlns:a16="http://schemas.microsoft.com/office/drawing/2014/main" id="{02440904-A4EC-4F72-8E22-AAF4D9DB5C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68" name="Freeform 8">
              <a:extLst>
                <a:ext uri="{FF2B5EF4-FFF2-40B4-BE49-F238E27FC236}">
                  <a16:creationId xmlns:a16="http://schemas.microsoft.com/office/drawing/2014/main" id="{625E9C1F-1569-416B-A85C-FA1434872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69" name="Freeform 9">
              <a:extLst>
                <a:ext uri="{FF2B5EF4-FFF2-40B4-BE49-F238E27FC236}">
                  <a16:creationId xmlns:a16="http://schemas.microsoft.com/office/drawing/2014/main" id="{3A186C77-43BF-4B1B-8170-48944F3057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0" name="Freeform 10">
              <a:extLst>
                <a:ext uri="{FF2B5EF4-FFF2-40B4-BE49-F238E27FC236}">
                  <a16:creationId xmlns:a16="http://schemas.microsoft.com/office/drawing/2014/main" id="{FA8D72C1-8526-44B4-9333-5E0057ECC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1" name="Freeform 11">
              <a:extLst>
                <a:ext uri="{FF2B5EF4-FFF2-40B4-BE49-F238E27FC236}">
                  <a16:creationId xmlns:a16="http://schemas.microsoft.com/office/drawing/2014/main" id="{790E4BA0-9C47-48B6-AA4A-8FC22DA95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2" name="Freeform 12">
              <a:extLst>
                <a:ext uri="{FF2B5EF4-FFF2-40B4-BE49-F238E27FC236}">
                  <a16:creationId xmlns:a16="http://schemas.microsoft.com/office/drawing/2014/main" id="{FD051475-431F-4B9D-94C6-7B49A69582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3" name="Freeform 13">
              <a:extLst>
                <a:ext uri="{FF2B5EF4-FFF2-40B4-BE49-F238E27FC236}">
                  <a16:creationId xmlns:a16="http://schemas.microsoft.com/office/drawing/2014/main" id="{82255D2F-85A1-4A19-8BC4-EB2715F36C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4" name="Freeform 14">
              <a:extLst>
                <a:ext uri="{FF2B5EF4-FFF2-40B4-BE49-F238E27FC236}">
                  <a16:creationId xmlns:a16="http://schemas.microsoft.com/office/drawing/2014/main" id="{EBC3A004-9794-4EFA-83F0-989248797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5" name="Freeform 15">
              <a:extLst>
                <a:ext uri="{FF2B5EF4-FFF2-40B4-BE49-F238E27FC236}">
                  <a16:creationId xmlns:a16="http://schemas.microsoft.com/office/drawing/2014/main" id="{6EFD9FC3-E11A-44E3-BCAC-A07F3C601F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6" name="Line 16">
              <a:extLst>
                <a:ext uri="{FF2B5EF4-FFF2-40B4-BE49-F238E27FC236}">
                  <a16:creationId xmlns:a16="http://schemas.microsoft.com/office/drawing/2014/main" id="{AB6AB6F7-6592-4028-B349-1C0E53A29C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77" name="Freeform 17">
              <a:extLst>
                <a:ext uri="{FF2B5EF4-FFF2-40B4-BE49-F238E27FC236}">
                  <a16:creationId xmlns:a16="http://schemas.microsoft.com/office/drawing/2014/main" id="{6C2415E6-F914-4C11-B48B-4910AA6CA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8" name="Freeform 18">
              <a:extLst>
                <a:ext uri="{FF2B5EF4-FFF2-40B4-BE49-F238E27FC236}">
                  <a16:creationId xmlns:a16="http://schemas.microsoft.com/office/drawing/2014/main" id="{2412013C-072A-489E-851A-CFEF91A9A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9" name="Freeform 19">
              <a:extLst>
                <a:ext uri="{FF2B5EF4-FFF2-40B4-BE49-F238E27FC236}">
                  <a16:creationId xmlns:a16="http://schemas.microsoft.com/office/drawing/2014/main" id="{DE93DF9F-296F-4DE4-8813-D8C04DE4C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0" name="Freeform 20">
              <a:extLst>
                <a:ext uri="{FF2B5EF4-FFF2-40B4-BE49-F238E27FC236}">
                  <a16:creationId xmlns:a16="http://schemas.microsoft.com/office/drawing/2014/main" id="{F440D966-5030-460C-9916-BF9B915421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1" name="Rectangle 21">
              <a:extLst>
                <a:ext uri="{FF2B5EF4-FFF2-40B4-BE49-F238E27FC236}">
                  <a16:creationId xmlns:a16="http://schemas.microsoft.com/office/drawing/2014/main" id="{1EFE245D-BA05-4F4D-A6E8-40739F48E76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82" name="Freeform 22">
              <a:extLst>
                <a:ext uri="{FF2B5EF4-FFF2-40B4-BE49-F238E27FC236}">
                  <a16:creationId xmlns:a16="http://schemas.microsoft.com/office/drawing/2014/main" id="{ED67811C-F735-441C-98A6-2517EC099A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3" name="Freeform 23">
              <a:extLst>
                <a:ext uri="{FF2B5EF4-FFF2-40B4-BE49-F238E27FC236}">
                  <a16:creationId xmlns:a16="http://schemas.microsoft.com/office/drawing/2014/main" id="{3070FC44-32F9-470F-A131-868F3F1DB7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4" name="Freeform 24">
              <a:extLst>
                <a:ext uri="{FF2B5EF4-FFF2-40B4-BE49-F238E27FC236}">
                  <a16:creationId xmlns:a16="http://schemas.microsoft.com/office/drawing/2014/main" id="{95FB52C7-C779-4E3F-978C-4595FEF86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5" name="Freeform 25">
              <a:extLst>
                <a:ext uri="{FF2B5EF4-FFF2-40B4-BE49-F238E27FC236}">
                  <a16:creationId xmlns:a16="http://schemas.microsoft.com/office/drawing/2014/main" id="{D4EB1759-62AC-4B24-9DC6-E4F8737E89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6" name="Freeform 26">
              <a:extLst>
                <a:ext uri="{FF2B5EF4-FFF2-40B4-BE49-F238E27FC236}">
                  <a16:creationId xmlns:a16="http://schemas.microsoft.com/office/drawing/2014/main" id="{7BF6FB39-864B-4F58-86E8-790E16FB3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7" name="Freeform 27">
              <a:extLst>
                <a:ext uri="{FF2B5EF4-FFF2-40B4-BE49-F238E27FC236}">
                  <a16:creationId xmlns:a16="http://schemas.microsoft.com/office/drawing/2014/main" id="{5FE4FA46-B51C-43DA-87FC-2644ED117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8" name="Freeform 28">
              <a:extLst>
                <a:ext uri="{FF2B5EF4-FFF2-40B4-BE49-F238E27FC236}">
                  <a16:creationId xmlns:a16="http://schemas.microsoft.com/office/drawing/2014/main" id="{25DD1322-2D3A-4E7B-B23B-B4F96E02C2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89" name="Freeform 29">
              <a:extLst>
                <a:ext uri="{FF2B5EF4-FFF2-40B4-BE49-F238E27FC236}">
                  <a16:creationId xmlns:a16="http://schemas.microsoft.com/office/drawing/2014/main" id="{6E4FFBEB-52BB-494D-AD99-A0F072AB6F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0" name="Freeform 30">
              <a:extLst>
                <a:ext uri="{FF2B5EF4-FFF2-40B4-BE49-F238E27FC236}">
                  <a16:creationId xmlns:a16="http://schemas.microsoft.com/office/drawing/2014/main" id="{7DE92406-3F65-4333-BAAA-A9A7B5AEE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1" name="Freeform 31">
              <a:extLst>
                <a:ext uri="{FF2B5EF4-FFF2-40B4-BE49-F238E27FC236}">
                  <a16:creationId xmlns:a16="http://schemas.microsoft.com/office/drawing/2014/main" id="{B8B0FFC4-D1BB-4BB9-A224-BB78BFD338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grpSp>
      <p:sp>
        <p:nvSpPr>
          <p:cNvPr id="3" name="Content Placeholder 2">
            <a:extLst>
              <a:ext uri="{FF2B5EF4-FFF2-40B4-BE49-F238E27FC236}">
                <a16:creationId xmlns:a16="http://schemas.microsoft.com/office/drawing/2014/main" id="{9C446DB6-3363-DC25-663B-9FC347BFD259}"/>
              </a:ext>
            </a:extLst>
          </p:cNvPr>
          <p:cNvSpPr>
            <a:spLocks noGrp="1"/>
          </p:cNvSpPr>
          <p:nvPr>
            <p:ph idx="1"/>
          </p:nvPr>
        </p:nvSpPr>
        <p:spPr>
          <a:xfrm>
            <a:off x="1068387" y="615950"/>
            <a:ext cx="9840911" cy="5516562"/>
          </a:xfrm>
        </p:spPr>
        <p:txBody>
          <a:bodyPr anchor="t">
            <a:normAutofit fontScale="92500"/>
          </a:bodyPr>
          <a:lstStyle/>
          <a:p>
            <a:pPr algn="just"/>
            <a:r>
              <a:rPr lang="en-US" dirty="0"/>
              <a:t>The Testing stage is interchangeable with the development stage as the client’s need may change or expand. Testing will be continuous.</a:t>
            </a:r>
          </a:p>
          <a:p>
            <a:pPr lvl="1" algn="just"/>
            <a:r>
              <a:rPr lang="en-US" dirty="0">
                <a:solidFill>
                  <a:schemeClr val="accent1">
                    <a:lumMod val="75000"/>
                  </a:schemeClr>
                </a:solidFill>
              </a:rPr>
              <a:t>Importance of this stage is to ensure that the major bugs are corrected, and security issues fixed, and for the client to give feedback on what they like and what may need to be changed.</a:t>
            </a:r>
          </a:p>
          <a:p>
            <a:pPr algn="just"/>
            <a:r>
              <a:rPr lang="en-US" dirty="0"/>
              <a:t>The Deployment stage is where the completed project is launched for use by the client.</a:t>
            </a:r>
          </a:p>
          <a:p>
            <a:pPr lvl="1" algn="just"/>
            <a:r>
              <a:rPr lang="en-US" dirty="0">
                <a:solidFill>
                  <a:schemeClr val="accent1">
                    <a:lumMod val="75000"/>
                  </a:schemeClr>
                </a:solidFill>
              </a:rPr>
              <a:t>Importance of this stage is to launch the completed project to the public for use. At this stage, all changes have been completed and the client is satisfied with the app or website.</a:t>
            </a:r>
          </a:p>
          <a:p>
            <a:pPr algn="just"/>
            <a:r>
              <a:rPr lang="en-US" dirty="0"/>
              <a:t>The Maintenance stage is where the product will receive updates to fix bugs or issues that may arise with consumer feedback or client feedback or changes.</a:t>
            </a:r>
          </a:p>
          <a:p>
            <a:pPr lvl="1" algn="just"/>
            <a:r>
              <a:rPr lang="en-US" dirty="0">
                <a:solidFill>
                  <a:schemeClr val="accent1">
                    <a:lumMod val="75000"/>
                  </a:schemeClr>
                </a:solidFill>
              </a:rPr>
              <a:t>The importance of the stage is continuously monitoring the product for security issues that arise after launch, to fix bugs or issue updates for various reasons.</a:t>
            </a:r>
          </a:p>
        </p:txBody>
      </p:sp>
      <p:grpSp>
        <p:nvGrpSpPr>
          <p:cNvPr id="93" name="Group 92">
            <a:extLst>
              <a:ext uri="{FF2B5EF4-FFF2-40B4-BE49-F238E27FC236}">
                <a16:creationId xmlns:a16="http://schemas.microsoft.com/office/drawing/2014/main" id="{8DB4BB99-C854-45F9-BED1-63D15E3A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2">
              <a:alpha val="45000"/>
            </a:schemeClr>
          </a:solidFill>
        </p:grpSpPr>
        <p:sp>
          <p:nvSpPr>
            <p:cNvPr id="94" name="Freeform 32">
              <a:extLst>
                <a:ext uri="{FF2B5EF4-FFF2-40B4-BE49-F238E27FC236}">
                  <a16:creationId xmlns:a16="http://schemas.microsoft.com/office/drawing/2014/main" id="{5D1CCC4C-284C-4BF6-97D9-D97467463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5" name="Freeform 33">
              <a:extLst>
                <a:ext uri="{FF2B5EF4-FFF2-40B4-BE49-F238E27FC236}">
                  <a16:creationId xmlns:a16="http://schemas.microsoft.com/office/drawing/2014/main" id="{35D82D1B-EB09-4028-9107-D60B547C7B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6" name="Freeform 34">
              <a:extLst>
                <a:ext uri="{FF2B5EF4-FFF2-40B4-BE49-F238E27FC236}">
                  <a16:creationId xmlns:a16="http://schemas.microsoft.com/office/drawing/2014/main" id="{1389EE93-8059-437E-8507-7557AD68FB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7" name="Freeform 35">
              <a:extLst>
                <a:ext uri="{FF2B5EF4-FFF2-40B4-BE49-F238E27FC236}">
                  <a16:creationId xmlns:a16="http://schemas.microsoft.com/office/drawing/2014/main" id="{377C05DC-75FF-4426-A34F-DBF0C7E7B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8" name="Freeform 36">
              <a:extLst>
                <a:ext uri="{FF2B5EF4-FFF2-40B4-BE49-F238E27FC236}">
                  <a16:creationId xmlns:a16="http://schemas.microsoft.com/office/drawing/2014/main" id="{03D385C8-866D-437D-91B1-2E3ECDD88E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9" name="Freeform 37">
              <a:extLst>
                <a:ext uri="{FF2B5EF4-FFF2-40B4-BE49-F238E27FC236}">
                  <a16:creationId xmlns:a16="http://schemas.microsoft.com/office/drawing/2014/main" id="{3F649CBB-748F-4C79-A14F-C531C40B0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0" name="Freeform 38">
              <a:extLst>
                <a:ext uri="{FF2B5EF4-FFF2-40B4-BE49-F238E27FC236}">
                  <a16:creationId xmlns:a16="http://schemas.microsoft.com/office/drawing/2014/main" id="{7F4622C0-84AF-41F1-9128-FE73CADD36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1" name="Freeform 39">
              <a:extLst>
                <a:ext uri="{FF2B5EF4-FFF2-40B4-BE49-F238E27FC236}">
                  <a16:creationId xmlns:a16="http://schemas.microsoft.com/office/drawing/2014/main" id="{CC6F29C1-A471-4CDE-8C21-E4B15C5E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2" name="Freeform 40">
              <a:extLst>
                <a:ext uri="{FF2B5EF4-FFF2-40B4-BE49-F238E27FC236}">
                  <a16:creationId xmlns:a16="http://schemas.microsoft.com/office/drawing/2014/main" id="{67F5B7DA-86C7-4AE0-96B6-D7F5AA51E2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03" name="Rectangle 41">
              <a:extLst>
                <a:ext uri="{FF2B5EF4-FFF2-40B4-BE49-F238E27FC236}">
                  <a16:creationId xmlns:a16="http://schemas.microsoft.com/office/drawing/2014/main" id="{0FA481E3-0439-484A-AC9B-19D58B98E4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grpSp>
    </p:spTree>
    <p:extLst>
      <p:ext uri="{BB962C8B-B14F-4D97-AF65-F5344CB8AC3E}">
        <p14:creationId xmlns:p14="http://schemas.microsoft.com/office/powerpoint/2010/main" val="2191503521"/>
      </p:ext>
    </p:extLst>
  </p:cSld>
  <p:clrMapOvr>
    <a:overrideClrMapping bg1="lt1" tx1="dk1" bg2="lt2" tx2="dk2" accent1="accent1" accent2="accent2" accent3="accent3" accent4="accent4" accent5="accent5" accent6="accent6" hlink="hlink" folHlink="folHlink"/>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A4BA62A-90C3-46AC-ABF1-DB389760F9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8308F883-1FF9-4FB4-B09D-354C5819A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247AA389-59A7-40B9-9A8D-BD7594E8B6E8}"/>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itle 1">
            <a:extLst>
              <a:ext uri="{FF2B5EF4-FFF2-40B4-BE49-F238E27FC236}">
                <a16:creationId xmlns:a16="http://schemas.microsoft.com/office/drawing/2014/main" id="{E1DE4563-2395-E752-0FF4-433602ABB30B}"/>
              </a:ext>
            </a:extLst>
          </p:cNvPr>
          <p:cNvSpPr>
            <a:spLocks noGrp="1"/>
          </p:cNvSpPr>
          <p:nvPr>
            <p:ph type="title"/>
          </p:nvPr>
        </p:nvSpPr>
        <p:spPr>
          <a:xfrm>
            <a:off x="4996697" y="618518"/>
            <a:ext cx="6050713" cy="1478570"/>
          </a:xfrm>
        </p:spPr>
        <p:txBody>
          <a:bodyPr>
            <a:normAutofit/>
          </a:bodyPr>
          <a:lstStyle/>
          <a:p>
            <a:r>
              <a:rPr lang="en-US" sz="3300" dirty="0"/>
              <a:t>What if the team had used the Waterfall Method instead?</a:t>
            </a:r>
          </a:p>
        </p:txBody>
      </p:sp>
      <p:pic>
        <p:nvPicPr>
          <p:cNvPr id="5" name="Picture 4" descr="Cascade of waterfalls">
            <a:extLst>
              <a:ext uri="{FF2B5EF4-FFF2-40B4-BE49-F238E27FC236}">
                <a16:creationId xmlns:a16="http://schemas.microsoft.com/office/drawing/2014/main" id="{2DEB7160-2B7A-2682-D598-A04406FB37B9}"/>
              </a:ext>
            </a:extLst>
          </p:cNvPr>
          <p:cNvPicPr>
            <a:picLocks noChangeAspect="1"/>
          </p:cNvPicPr>
          <p:nvPr/>
        </p:nvPicPr>
        <p:blipFill rotWithShape="1">
          <a:blip r:embed="rId4"/>
          <a:srcRect l="17463" r="37418" b="-1"/>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799BB957-1ECA-4DD2-AF2D-84C4D94B6C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70116985-07B6-4432-A7C6-129152D1B0D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15" name="Freeform 6">
              <a:extLst>
                <a:ext uri="{FF2B5EF4-FFF2-40B4-BE49-F238E27FC236}">
                  <a16:creationId xmlns:a16="http://schemas.microsoft.com/office/drawing/2014/main" id="{3FF5C267-0D36-47E2-AF2A-8ADDA0A0C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 name="Freeform 7">
              <a:extLst>
                <a:ext uri="{FF2B5EF4-FFF2-40B4-BE49-F238E27FC236}">
                  <a16:creationId xmlns:a16="http://schemas.microsoft.com/office/drawing/2014/main" id="{AC0A8A87-09EE-4153-ACBA-34BCD738F1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 name="Rectangle 16">
              <a:extLst>
                <a:ext uri="{FF2B5EF4-FFF2-40B4-BE49-F238E27FC236}">
                  <a16:creationId xmlns:a16="http://schemas.microsoft.com/office/drawing/2014/main" id="{E28845CA-636E-4D43-982F-60A69EBC505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18" name="Freeform 9">
              <a:extLst>
                <a:ext uri="{FF2B5EF4-FFF2-40B4-BE49-F238E27FC236}">
                  <a16:creationId xmlns:a16="http://schemas.microsoft.com/office/drawing/2014/main" id="{46E2981B-3779-4C07-B094-022D36D78B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9" name="Freeform 10">
              <a:extLst>
                <a:ext uri="{FF2B5EF4-FFF2-40B4-BE49-F238E27FC236}">
                  <a16:creationId xmlns:a16="http://schemas.microsoft.com/office/drawing/2014/main" id="{CF68AF7A-09BB-405A-97E2-54B6364247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0" name="Freeform 11">
              <a:extLst>
                <a:ext uri="{FF2B5EF4-FFF2-40B4-BE49-F238E27FC236}">
                  <a16:creationId xmlns:a16="http://schemas.microsoft.com/office/drawing/2014/main" id="{B0B046C9-B134-4B2D-A72D-EE8726713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1" name="Freeform 12">
              <a:extLst>
                <a:ext uri="{FF2B5EF4-FFF2-40B4-BE49-F238E27FC236}">
                  <a16:creationId xmlns:a16="http://schemas.microsoft.com/office/drawing/2014/main" id="{7BDCF20A-0928-4450-A706-38EC67A436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2" name="Freeform 13">
              <a:extLst>
                <a:ext uri="{FF2B5EF4-FFF2-40B4-BE49-F238E27FC236}">
                  <a16:creationId xmlns:a16="http://schemas.microsoft.com/office/drawing/2014/main" id="{0A9B8658-6A08-43AE-90A6-6DC58EE90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3" name="Freeform 14">
              <a:extLst>
                <a:ext uri="{FF2B5EF4-FFF2-40B4-BE49-F238E27FC236}">
                  <a16:creationId xmlns:a16="http://schemas.microsoft.com/office/drawing/2014/main" id="{0E09D33C-4BEF-4E3D-9D05-7C3E204AE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4" name="Freeform 15">
              <a:extLst>
                <a:ext uri="{FF2B5EF4-FFF2-40B4-BE49-F238E27FC236}">
                  <a16:creationId xmlns:a16="http://schemas.microsoft.com/office/drawing/2014/main" id="{BC144127-0703-4638-BA33-F27F2746EF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5" name="Freeform 16">
              <a:extLst>
                <a:ext uri="{FF2B5EF4-FFF2-40B4-BE49-F238E27FC236}">
                  <a16:creationId xmlns:a16="http://schemas.microsoft.com/office/drawing/2014/main" id="{34BA113B-51FC-4ACC-B554-442D601386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6" name="Freeform 17">
              <a:extLst>
                <a:ext uri="{FF2B5EF4-FFF2-40B4-BE49-F238E27FC236}">
                  <a16:creationId xmlns:a16="http://schemas.microsoft.com/office/drawing/2014/main" id="{185614A2-022E-4370-8387-439F35108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7" name="Freeform 18">
              <a:extLst>
                <a:ext uri="{FF2B5EF4-FFF2-40B4-BE49-F238E27FC236}">
                  <a16:creationId xmlns:a16="http://schemas.microsoft.com/office/drawing/2014/main" id="{655F15B6-A731-4942-9BF5-E840422632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8" name="Freeform 19">
              <a:extLst>
                <a:ext uri="{FF2B5EF4-FFF2-40B4-BE49-F238E27FC236}">
                  <a16:creationId xmlns:a16="http://schemas.microsoft.com/office/drawing/2014/main" id="{2637AC00-EDD0-4AB2-BB46-92261D4CF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9" name="Freeform 20">
              <a:extLst>
                <a:ext uri="{FF2B5EF4-FFF2-40B4-BE49-F238E27FC236}">
                  <a16:creationId xmlns:a16="http://schemas.microsoft.com/office/drawing/2014/main" id="{49CA14E2-2ACD-4C73-B26C-17681580FB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0" name="Freeform 21">
              <a:extLst>
                <a:ext uri="{FF2B5EF4-FFF2-40B4-BE49-F238E27FC236}">
                  <a16:creationId xmlns:a16="http://schemas.microsoft.com/office/drawing/2014/main" id="{7BE7C3D8-CC9A-43FB-938C-8125D25B1BE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1" name="Freeform 22">
              <a:extLst>
                <a:ext uri="{FF2B5EF4-FFF2-40B4-BE49-F238E27FC236}">
                  <a16:creationId xmlns:a16="http://schemas.microsoft.com/office/drawing/2014/main" id="{41ECB971-ADF8-48CB-A78C-166DDF6D94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2" name="Freeform 23">
              <a:extLst>
                <a:ext uri="{FF2B5EF4-FFF2-40B4-BE49-F238E27FC236}">
                  <a16:creationId xmlns:a16="http://schemas.microsoft.com/office/drawing/2014/main" id="{2B8D398E-DB17-415A-B93E-DA60EE00EF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3" name="Freeform 24">
              <a:extLst>
                <a:ext uri="{FF2B5EF4-FFF2-40B4-BE49-F238E27FC236}">
                  <a16:creationId xmlns:a16="http://schemas.microsoft.com/office/drawing/2014/main" id="{0A2B49D3-85EC-4DEA-BBB9-0CE7A2D16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4" name="Freeform 25">
              <a:extLst>
                <a:ext uri="{FF2B5EF4-FFF2-40B4-BE49-F238E27FC236}">
                  <a16:creationId xmlns:a16="http://schemas.microsoft.com/office/drawing/2014/main" id="{E9F6B8E8-A133-4250-A247-BD827119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5" name="Freeform 26">
              <a:extLst>
                <a:ext uri="{FF2B5EF4-FFF2-40B4-BE49-F238E27FC236}">
                  <a16:creationId xmlns:a16="http://schemas.microsoft.com/office/drawing/2014/main" id="{8C5D839A-A5A2-4B72-80E4-ADB4F2F47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6" name="Freeform 27">
              <a:extLst>
                <a:ext uri="{FF2B5EF4-FFF2-40B4-BE49-F238E27FC236}">
                  <a16:creationId xmlns:a16="http://schemas.microsoft.com/office/drawing/2014/main" id="{1E66DD74-C5E3-4762-8F37-C7981591E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7" name="Freeform 28">
              <a:extLst>
                <a:ext uri="{FF2B5EF4-FFF2-40B4-BE49-F238E27FC236}">
                  <a16:creationId xmlns:a16="http://schemas.microsoft.com/office/drawing/2014/main" id="{42CBFCFF-60D3-49AD-8F8D-634480B7AD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8" name="Freeform 29">
              <a:extLst>
                <a:ext uri="{FF2B5EF4-FFF2-40B4-BE49-F238E27FC236}">
                  <a16:creationId xmlns:a16="http://schemas.microsoft.com/office/drawing/2014/main" id="{04E9448D-8796-4687-B7F3-B669D8284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9" name="Freeform 30">
              <a:extLst>
                <a:ext uri="{FF2B5EF4-FFF2-40B4-BE49-F238E27FC236}">
                  <a16:creationId xmlns:a16="http://schemas.microsoft.com/office/drawing/2014/main" id="{C6D7D4E7-1C3B-488A-891B-B278DE0A03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0" name="Freeform 31">
              <a:extLst>
                <a:ext uri="{FF2B5EF4-FFF2-40B4-BE49-F238E27FC236}">
                  <a16:creationId xmlns:a16="http://schemas.microsoft.com/office/drawing/2014/main" id="{9A361889-2948-4D64-8FF8-69586FC72E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1" name="Freeform 32">
              <a:extLst>
                <a:ext uri="{FF2B5EF4-FFF2-40B4-BE49-F238E27FC236}">
                  <a16:creationId xmlns:a16="http://schemas.microsoft.com/office/drawing/2014/main" id="{502D653C-475F-42DD-B57D-A91633AA70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2" name="Rectangle 41">
              <a:extLst>
                <a:ext uri="{FF2B5EF4-FFF2-40B4-BE49-F238E27FC236}">
                  <a16:creationId xmlns:a16="http://schemas.microsoft.com/office/drawing/2014/main" id="{AE41F9AF-C366-462E-BCA3-AB9B3BB21F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43" name="Freeform 34">
              <a:extLst>
                <a:ext uri="{FF2B5EF4-FFF2-40B4-BE49-F238E27FC236}">
                  <a16:creationId xmlns:a16="http://schemas.microsoft.com/office/drawing/2014/main" id="{DE7FA82A-E66F-46F3-BE37-61D6BA9EDA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4" name="Freeform 35">
              <a:extLst>
                <a:ext uri="{FF2B5EF4-FFF2-40B4-BE49-F238E27FC236}">
                  <a16:creationId xmlns:a16="http://schemas.microsoft.com/office/drawing/2014/main" id="{10646D37-C2A3-4F20-8F6E-2D2A54B7C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5" name="Freeform 36">
              <a:extLst>
                <a:ext uri="{FF2B5EF4-FFF2-40B4-BE49-F238E27FC236}">
                  <a16:creationId xmlns:a16="http://schemas.microsoft.com/office/drawing/2014/main" id="{F0B484D8-05F9-4BB7-97D5-FF4ED4BE2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6" name="Freeform 37">
              <a:extLst>
                <a:ext uri="{FF2B5EF4-FFF2-40B4-BE49-F238E27FC236}">
                  <a16:creationId xmlns:a16="http://schemas.microsoft.com/office/drawing/2014/main" id="{03F14E50-F3C1-4EFB-9251-BDEF30E05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7" name="Freeform 38">
              <a:extLst>
                <a:ext uri="{FF2B5EF4-FFF2-40B4-BE49-F238E27FC236}">
                  <a16:creationId xmlns:a16="http://schemas.microsoft.com/office/drawing/2014/main" id="{B96CF9CA-5C40-428E-B9C1-CE897046B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8" name="Freeform 39">
              <a:extLst>
                <a:ext uri="{FF2B5EF4-FFF2-40B4-BE49-F238E27FC236}">
                  <a16:creationId xmlns:a16="http://schemas.microsoft.com/office/drawing/2014/main" id="{9C38B4E1-B1E5-4C84-AA06-E008273313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9" name="Freeform 40">
              <a:extLst>
                <a:ext uri="{FF2B5EF4-FFF2-40B4-BE49-F238E27FC236}">
                  <a16:creationId xmlns:a16="http://schemas.microsoft.com/office/drawing/2014/main" id="{05D173AA-5B2D-4244-8430-44CD01EDA1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0" name="Freeform 41">
              <a:extLst>
                <a:ext uri="{FF2B5EF4-FFF2-40B4-BE49-F238E27FC236}">
                  <a16:creationId xmlns:a16="http://schemas.microsoft.com/office/drawing/2014/main" id="{82D98822-894A-496C-B32F-06DB6014D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1" name="Freeform 42">
              <a:extLst>
                <a:ext uri="{FF2B5EF4-FFF2-40B4-BE49-F238E27FC236}">
                  <a16:creationId xmlns:a16="http://schemas.microsoft.com/office/drawing/2014/main" id="{1B432746-B63F-4BF0-871B-B482FFADAC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2" name="Freeform 43">
              <a:extLst>
                <a:ext uri="{FF2B5EF4-FFF2-40B4-BE49-F238E27FC236}">
                  <a16:creationId xmlns:a16="http://schemas.microsoft.com/office/drawing/2014/main" id="{AFD61CC4-F10D-4243-8F2C-EDBEDC63B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3" name="Freeform 44">
              <a:extLst>
                <a:ext uri="{FF2B5EF4-FFF2-40B4-BE49-F238E27FC236}">
                  <a16:creationId xmlns:a16="http://schemas.microsoft.com/office/drawing/2014/main" id="{A9D33800-5C44-4D40-A048-3A7A5D1D5B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4" name="Rectangle 53">
              <a:extLst>
                <a:ext uri="{FF2B5EF4-FFF2-40B4-BE49-F238E27FC236}">
                  <a16:creationId xmlns:a16="http://schemas.microsoft.com/office/drawing/2014/main" id="{7B0FE60E-0643-4AB3-B009-8B857A9B235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55" name="Freeform 46">
              <a:extLst>
                <a:ext uri="{FF2B5EF4-FFF2-40B4-BE49-F238E27FC236}">
                  <a16:creationId xmlns:a16="http://schemas.microsoft.com/office/drawing/2014/main" id="{D4F681A9-E543-490E-8CD3-E87A823B6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6" name="Freeform 47">
              <a:extLst>
                <a:ext uri="{FF2B5EF4-FFF2-40B4-BE49-F238E27FC236}">
                  <a16:creationId xmlns:a16="http://schemas.microsoft.com/office/drawing/2014/main" id="{49283399-4EE4-4FD7-B3F0-F0CD376A60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7" name="Freeform 48">
              <a:extLst>
                <a:ext uri="{FF2B5EF4-FFF2-40B4-BE49-F238E27FC236}">
                  <a16:creationId xmlns:a16="http://schemas.microsoft.com/office/drawing/2014/main" id="{338C3E08-CA77-4D8D-8271-7B0D5DA54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8" name="Freeform 49">
              <a:extLst>
                <a:ext uri="{FF2B5EF4-FFF2-40B4-BE49-F238E27FC236}">
                  <a16:creationId xmlns:a16="http://schemas.microsoft.com/office/drawing/2014/main" id="{BCEE46AD-ABD8-42D2-A88E-6C9B009BBF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9" name="Freeform 50">
              <a:extLst>
                <a:ext uri="{FF2B5EF4-FFF2-40B4-BE49-F238E27FC236}">
                  <a16:creationId xmlns:a16="http://schemas.microsoft.com/office/drawing/2014/main" id="{76F66B20-4D5D-49D7-A33A-46749A156C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0" name="Freeform 51">
              <a:extLst>
                <a:ext uri="{FF2B5EF4-FFF2-40B4-BE49-F238E27FC236}">
                  <a16:creationId xmlns:a16="http://schemas.microsoft.com/office/drawing/2014/main" id="{3246E8BC-BF6E-4E1B-B6DE-7834CE5CA2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1" name="Freeform 52">
              <a:extLst>
                <a:ext uri="{FF2B5EF4-FFF2-40B4-BE49-F238E27FC236}">
                  <a16:creationId xmlns:a16="http://schemas.microsoft.com/office/drawing/2014/main" id="{D61636B0-9E03-4DDB-956A-57929A4DA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2" name="Freeform 53">
              <a:extLst>
                <a:ext uri="{FF2B5EF4-FFF2-40B4-BE49-F238E27FC236}">
                  <a16:creationId xmlns:a16="http://schemas.microsoft.com/office/drawing/2014/main" id="{150D2B7B-FD5D-4108-8637-D69673762CF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3" name="Freeform 54">
              <a:extLst>
                <a:ext uri="{FF2B5EF4-FFF2-40B4-BE49-F238E27FC236}">
                  <a16:creationId xmlns:a16="http://schemas.microsoft.com/office/drawing/2014/main" id="{0A56D9FF-4177-416F-A8A5-B8C8B33CE2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4" name="Freeform 55">
              <a:extLst>
                <a:ext uri="{FF2B5EF4-FFF2-40B4-BE49-F238E27FC236}">
                  <a16:creationId xmlns:a16="http://schemas.microsoft.com/office/drawing/2014/main" id="{E7FFBC9E-D28A-4C56-8489-77CBC051C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5" name="Freeform 56">
              <a:extLst>
                <a:ext uri="{FF2B5EF4-FFF2-40B4-BE49-F238E27FC236}">
                  <a16:creationId xmlns:a16="http://schemas.microsoft.com/office/drawing/2014/main" id="{9D33B26A-F967-4863-AC3C-9972CD4D0A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6" name="Freeform 57">
              <a:extLst>
                <a:ext uri="{FF2B5EF4-FFF2-40B4-BE49-F238E27FC236}">
                  <a16:creationId xmlns:a16="http://schemas.microsoft.com/office/drawing/2014/main" id="{73ECA63D-D3C2-460B-A352-58A4B0718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7" name="Freeform 58">
              <a:extLst>
                <a:ext uri="{FF2B5EF4-FFF2-40B4-BE49-F238E27FC236}">
                  <a16:creationId xmlns:a16="http://schemas.microsoft.com/office/drawing/2014/main" id="{E6108A80-2A55-473F-8197-E21F1A2A2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grpSp>
      <p:sp>
        <p:nvSpPr>
          <p:cNvPr id="3" name="Content Placeholder 2">
            <a:extLst>
              <a:ext uri="{FF2B5EF4-FFF2-40B4-BE49-F238E27FC236}">
                <a16:creationId xmlns:a16="http://schemas.microsoft.com/office/drawing/2014/main" id="{3E164BDE-673E-7B1C-E9CE-C411E8275C9D}"/>
              </a:ext>
            </a:extLst>
          </p:cNvPr>
          <p:cNvSpPr>
            <a:spLocks noGrp="1"/>
          </p:cNvSpPr>
          <p:nvPr>
            <p:ph idx="1"/>
          </p:nvPr>
        </p:nvSpPr>
        <p:spPr>
          <a:xfrm>
            <a:off x="4968958" y="2249487"/>
            <a:ext cx="6078453" cy="3541714"/>
          </a:xfrm>
        </p:spPr>
        <p:txBody>
          <a:bodyPr/>
          <a:lstStyle/>
          <a:p>
            <a:r>
              <a:rPr lang="en-US" dirty="0"/>
              <a:t>Team would have had to scrap the project when the client requested a slide show. Creating a longer time frame.</a:t>
            </a:r>
          </a:p>
          <a:p>
            <a:r>
              <a:rPr lang="en-US" dirty="0"/>
              <a:t>Possibility that the finished product would not meet the client’s needs.</a:t>
            </a:r>
          </a:p>
          <a:p>
            <a:r>
              <a:rPr lang="en-US" dirty="0"/>
              <a:t>Possibility that the project would have gone over budget.</a:t>
            </a:r>
          </a:p>
        </p:txBody>
      </p:sp>
    </p:spTree>
    <p:extLst>
      <p:ext uri="{BB962C8B-B14F-4D97-AF65-F5344CB8AC3E}">
        <p14:creationId xmlns:p14="http://schemas.microsoft.com/office/powerpoint/2010/main" val="10201942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heel(1)">
                                      <p:cBhvr>
                                        <p:cTn id="25" dur="2000"/>
                                        <p:tgtEl>
                                          <p:spTgt spid="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heel(1)">
                                      <p:cBhvr>
                                        <p:cTn id="30" dur="20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wheel(1)">
                                      <p:cBhvr>
                                        <p:cTn id="35"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70"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grpSp>
      <p:sp>
        <p:nvSpPr>
          <p:cNvPr id="2" name="Title 1">
            <a:extLst>
              <a:ext uri="{FF2B5EF4-FFF2-40B4-BE49-F238E27FC236}">
                <a16:creationId xmlns:a16="http://schemas.microsoft.com/office/drawing/2014/main" id="{AF3F2573-71F2-EA8C-F490-470FC8B54F13}"/>
              </a:ext>
            </a:extLst>
          </p:cNvPr>
          <p:cNvSpPr>
            <a:spLocks noGrp="1"/>
          </p:cNvSpPr>
          <p:nvPr>
            <p:ph type="title"/>
          </p:nvPr>
        </p:nvSpPr>
        <p:spPr>
          <a:xfrm>
            <a:off x="1019015" y="1093787"/>
            <a:ext cx="3059969" cy="4697413"/>
          </a:xfrm>
        </p:spPr>
        <p:txBody>
          <a:bodyPr>
            <a:normAutofit/>
          </a:bodyPr>
          <a:lstStyle/>
          <a:p>
            <a:r>
              <a:rPr lang="en-US" dirty="0"/>
              <a:t>What factors would you Consider when choosing between the methods?</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94727C-FF90-3F49-4930-0FE0A0CADEB6}"/>
              </a:ext>
            </a:extLst>
          </p:cNvPr>
          <p:cNvSpPr>
            <a:spLocks noGrp="1"/>
          </p:cNvSpPr>
          <p:nvPr>
            <p:ph idx="1"/>
          </p:nvPr>
        </p:nvSpPr>
        <p:spPr>
          <a:xfrm>
            <a:off x="5215467" y="1093788"/>
            <a:ext cx="5831944" cy="4697413"/>
          </a:xfrm>
        </p:spPr>
        <p:txBody>
          <a:bodyPr>
            <a:normAutofit/>
          </a:bodyPr>
          <a:lstStyle/>
          <a:p>
            <a:r>
              <a:rPr lang="en-US" dirty="0"/>
              <a:t>Certifying workers on the project</a:t>
            </a:r>
          </a:p>
          <a:p>
            <a:r>
              <a:rPr lang="en-US" dirty="0"/>
              <a:t>What are the needs of the project?</a:t>
            </a:r>
          </a:p>
          <a:p>
            <a:r>
              <a:rPr lang="en-US" dirty="0"/>
              <a:t>Advantages and Disadvantages of each</a:t>
            </a:r>
          </a:p>
          <a:p>
            <a:r>
              <a:rPr lang="en-US" dirty="0"/>
              <a:t>Preferences of Customers and stakeholders</a:t>
            </a:r>
          </a:p>
          <a:p>
            <a:r>
              <a:rPr lang="en-US" dirty="0"/>
              <a:t>Budget</a:t>
            </a:r>
          </a:p>
          <a:p>
            <a:r>
              <a:rPr lang="en-US" dirty="0"/>
              <a:t>Time Frame</a:t>
            </a:r>
          </a:p>
          <a:p>
            <a:r>
              <a:rPr lang="en-US" dirty="0"/>
              <a:t>Impact of possible changes</a:t>
            </a:r>
          </a:p>
          <a:p>
            <a:endParaRPr lang="en-US" dirty="0"/>
          </a:p>
          <a:p>
            <a:endParaRPr lang="en-US" dirty="0"/>
          </a:p>
        </p:txBody>
      </p:sp>
    </p:spTree>
    <p:extLst>
      <p:ext uri="{BB962C8B-B14F-4D97-AF65-F5344CB8AC3E}">
        <p14:creationId xmlns:p14="http://schemas.microsoft.com/office/powerpoint/2010/main" val="16394391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circle(in)">
                                      <p:cBhvr>
                                        <p:cTn id="19" dur="2000"/>
                                        <p:tgtEl>
                                          <p:spTgt spid="3">
                                            <p:txEl>
                                              <p:pRg st="4" end="4"/>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ircle(in)">
                                      <p:cBhvr>
                                        <p:cTn id="22" dur="2000"/>
                                        <p:tgtEl>
                                          <p:spTgt spid="3">
                                            <p:txEl>
                                              <p:pRg st="5" end="5"/>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circle(in)">
                                      <p:cBhvr>
                                        <p:cTn id="25"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2E6072-4A58-4A16-85F6-67A0FE223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C1DD88D-B6CF-4188-B28E-41DA602F7A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20000"/>
            </a:schemeClr>
          </a:solidFill>
        </p:grpSpPr>
        <p:sp>
          <p:nvSpPr>
            <p:cNvPr id="11" name="Rectangle 5">
              <a:extLst>
                <a:ext uri="{FF2B5EF4-FFF2-40B4-BE49-F238E27FC236}">
                  <a16:creationId xmlns:a16="http://schemas.microsoft.com/office/drawing/2014/main" id="{D3E3CAB9-DCE4-4BB4-8035-1C555687E8C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12" name="Freeform 6">
              <a:extLst>
                <a:ext uri="{FF2B5EF4-FFF2-40B4-BE49-F238E27FC236}">
                  <a16:creationId xmlns:a16="http://schemas.microsoft.com/office/drawing/2014/main" id="{1C73697E-66AC-47EA-B546-A464118217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3" name="Freeform 7">
              <a:extLst>
                <a:ext uri="{FF2B5EF4-FFF2-40B4-BE49-F238E27FC236}">
                  <a16:creationId xmlns:a16="http://schemas.microsoft.com/office/drawing/2014/main" id="{FEDE7D70-C48F-41C0-81C9-FEAA9D087A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4" name="Freeform 8">
              <a:extLst>
                <a:ext uri="{FF2B5EF4-FFF2-40B4-BE49-F238E27FC236}">
                  <a16:creationId xmlns:a16="http://schemas.microsoft.com/office/drawing/2014/main" id="{3440900A-0FBF-4FD1-8858-4FF7CBA9DA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5" name="Freeform 9">
              <a:extLst>
                <a:ext uri="{FF2B5EF4-FFF2-40B4-BE49-F238E27FC236}">
                  <a16:creationId xmlns:a16="http://schemas.microsoft.com/office/drawing/2014/main" id="{067322B1-143D-436E-8636-545FF80BAA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6" name="Freeform 10">
              <a:extLst>
                <a:ext uri="{FF2B5EF4-FFF2-40B4-BE49-F238E27FC236}">
                  <a16:creationId xmlns:a16="http://schemas.microsoft.com/office/drawing/2014/main" id="{434C71DB-4BBA-4549-B8DD-AFB76D4910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7" name="Freeform 11">
              <a:extLst>
                <a:ext uri="{FF2B5EF4-FFF2-40B4-BE49-F238E27FC236}">
                  <a16:creationId xmlns:a16="http://schemas.microsoft.com/office/drawing/2014/main" id="{70B35077-9685-478A-ABBC-26F30348B5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8" name="Freeform 12">
              <a:extLst>
                <a:ext uri="{FF2B5EF4-FFF2-40B4-BE49-F238E27FC236}">
                  <a16:creationId xmlns:a16="http://schemas.microsoft.com/office/drawing/2014/main" id="{EEA0FAF8-0409-4BB8-AE76-8647169A55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9" name="Freeform 13">
              <a:extLst>
                <a:ext uri="{FF2B5EF4-FFF2-40B4-BE49-F238E27FC236}">
                  <a16:creationId xmlns:a16="http://schemas.microsoft.com/office/drawing/2014/main" id="{BC52E7D3-D280-4C24-9FB4-30F6457CF1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0" name="Freeform 14">
              <a:extLst>
                <a:ext uri="{FF2B5EF4-FFF2-40B4-BE49-F238E27FC236}">
                  <a16:creationId xmlns:a16="http://schemas.microsoft.com/office/drawing/2014/main" id="{113A5141-29C7-4774-8F40-CD34C896E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1" name="Freeform 15">
              <a:extLst>
                <a:ext uri="{FF2B5EF4-FFF2-40B4-BE49-F238E27FC236}">
                  <a16:creationId xmlns:a16="http://schemas.microsoft.com/office/drawing/2014/main" id="{2E2C72FC-0A41-4AB2-A0D9-9828EFAB2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2" name="Line 16">
              <a:extLst>
                <a:ext uri="{FF2B5EF4-FFF2-40B4-BE49-F238E27FC236}">
                  <a16:creationId xmlns:a16="http://schemas.microsoft.com/office/drawing/2014/main" id="{D84C1857-D82C-408D-93BB-DBA79028A73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23" name="Freeform 17">
              <a:extLst>
                <a:ext uri="{FF2B5EF4-FFF2-40B4-BE49-F238E27FC236}">
                  <a16:creationId xmlns:a16="http://schemas.microsoft.com/office/drawing/2014/main" id="{0D64DCE2-6B04-4D06-9274-6504BF95D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4" name="Freeform 18">
              <a:extLst>
                <a:ext uri="{FF2B5EF4-FFF2-40B4-BE49-F238E27FC236}">
                  <a16:creationId xmlns:a16="http://schemas.microsoft.com/office/drawing/2014/main" id="{4C8D45D3-D06B-4794-B836-648C9CF49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5" name="Freeform 19">
              <a:extLst>
                <a:ext uri="{FF2B5EF4-FFF2-40B4-BE49-F238E27FC236}">
                  <a16:creationId xmlns:a16="http://schemas.microsoft.com/office/drawing/2014/main" id="{43BB9D13-E3C3-4255-9325-90AE0D42EF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6" name="Freeform 20">
              <a:extLst>
                <a:ext uri="{FF2B5EF4-FFF2-40B4-BE49-F238E27FC236}">
                  <a16:creationId xmlns:a16="http://schemas.microsoft.com/office/drawing/2014/main" id="{0D3929C1-961C-4327-88FA-3188DE45A6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7" name="Rectangle 21">
              <a:extLst>
                <a:ext uri="{FF2B5EF4-FFF2-40B4-BE49-F238E27FC236}">
                  <a16:creationId xmlns:a16="http://schemas.microsoft.com/office/drawing/2014/main" id="{F343DAD3-E142-4DB7-9946-9CE86AE6D9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28" name="Freeform 22">
              <a:extLst>
                <a:ext uri="{FF2B5EF4-FFF2-40B4-BE49-F238E27FC236}">
                  <a16:creationId xmlns:a16="http://schemas.microsoft.com/office/drawing/2014/main" id="{4A190F48-6D09-46E7-B536-AFED58FAA4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9" name="Freeform 23">
              <a:extLst>
                <a:ext uri="{FF2B5EF4-FFF2-40B4-BE49-F238E27FC236}">
                  <a16:creationId xmlns:a16="http://schemas.microsoft.com/office/drawing/2014/main" id="{813869C4-FA8C-4B8E-90E6-CB9F45B331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0" name="Freeform 24">
              <a:extLst>
                <a:ext uri="{FF2B5EF4-FFF2-40B4-BE49-F238E27FC236}">
                  <a16:creationId xmlns:a16="http://schemas.microsoft.com/office/drawing/2014/main" id="{372F4A61-FA38-44D4-819D-912DEA5AB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1" name="Freeform 25">
              <a:extLst>
                <a:ext uri="{FF2B5EF4-FFF2-40B4-BE49-F238E27FC236}">
                  <a16:creationId xmlns:a16="http://schemas.microsoft.com/office/drawing/2014/main" id="{4B074088-9CFB-413C-8CB5-C75295309D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2" name="Freeform 26">
              <a:extLst>
                <a:ext uri="{FF2B5EF4-FFF2-40B4-BE49-F238E27FC236}">
                  <a16:creationId xmlns:a16="http://schemas.microsoft.com/office/drawing/2014/main" id="{859E8C95-B6F0-4294-A55B-BEA525759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3" name="Freeform 27">
              <a:extLst>
                <a:ext uri="{FF2B5EF4-FFF2-40B4-BE49-F238E27FC236}">
                  <a16:creationId xmlns:a16="http://schemas.microsoft.com/office/drawing/2014/main" id="{EA3DC508-3E77-43A1-8AFB-29B593B42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4" name="Freeform 28">
              <a:extLst>
                <a:ext uri="{FF2B5EF4-FFF2-40B4-BE49-F238E27FC236}">
                  <a16:creationId xmlns:a16="http://schemas.microsoft.com/office/drawing/2014/main" id="{7DE640D4-340B-424C-B141-EA3AE984B2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5" name="Freeform 29">
              <a:extLst>
                <a:ext uri="{FF2B5EF4-FFF2-40B4-BE49-F238E27FC236}">
                  <a16:creationId xmlns:a16="http://schemas.microsoft.com/office/drawing/2014/main" id="{52874D14-FF21-434A-AC65-C53A40F7FC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6" name="Freeform 30">
              <a:extLst>
                <a:ext uri="{FF2B5EF4-FFF2-40B4-BE49-F238E27FC236}">
                  <a16:creationId xmlns:a16="http://schemas.microsoft.com/office/drawing/2014/main" id="{24422B15-B057-4AE9-9505-83F429DFB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7" name="Freeform 31">
              <a:extLst>
                <a:ext uri="{FF2B5EF4-FFF2-40B4-BE49-F238E27FC236}">
                  <a16:creationId xmlns:a16="http://schemas.microsoft.com/office/drawing/2014/main" id="{A9E60243-98DE-435F-9C3A-FE22497942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grpSp>
      <p:sp>
        <p:nvSpPr>
          <p:cNvPr id="2" name="Title 1">
            <a:extLst>
              <a:ext uri="{FF2B5EF4-FFF2-40B4-BE49-F238E27FC236}">
                <a16:creationId xmlns:a16="http://schemas.microsoft.com/office/drawing/2014/main" id="{BBDACDD4-D167-9223-8309-6D9321B00ACB}"/>
              </a:ext>
            </a:extLst>
          </p:cNvPr>
          <p:cNvSpPr>
            <a:spLocks noGrp="1"/>
          </p:cNvSpPr>
          <p:nvPr>
            <p:ph type="title"/>
          </p:nvPr>
        </p:nvSpPr>
        <p:spPr>
          <a:xfrm>
            <a:off x="1141413" y="618518"/>
            <a:ext cx="10185398" cy="1478570"/>
          </a:xfrm>
        </p:spPr>
        <p:txBody>
          <a:bodyPr>
            <a:normAutofit/>
          </a:bodyPr>
          <a:lstStyle/>
          <a:p>
            <a:pPr algn="ctr"/>
            <a:r>
              <a:rPr lang="en-US" sz="3200" dirty="0"/>
              <a:t>REFERENCES </a:t>
            </a:r>
          </a:p>
        </p:txBody>
      </p:sp>
      <p:sp>
        <p:nvSpPr>
          <p:cNvPr id="3" name="Content Placeholder 2">
            <a:extLst>
              <a:ext uri="{FF2B5EF4-FFF2-40B4-BE49-F238E27FC236}">
                <a16:creationId xmlns:a16="http://schemas.microsoft.com/office/drawing/2014/main" id="{4594C4AF-9FAE-04E4-BB17-A63A007033B9}"/>
              </a:ext>
            </a:extLst>
          </p:cNvPr>
          <p:cNvSpPr>
            <a:spLocks noGrp="1"/>
          </p:cNvSpPr>
          <p:nvPr>
            <p:ph idx="1"/>
          </p:nvPr>
        </p:nvSpPr>
        <p:spPr>
          <a:xfrm>
            <a:off x="1141412" y="2249487"/>
            <a:ext cx="10190163" cy="3541714"/>
          </a:xfrm>
        </p:spPr>
        <p:txBody>
          <a:bodyPr anchor="t">
            <a:normAutofit/>
          </a:bodyPr>
          <a:lstStyle/>
          <a:p>
            <a:r>
              <a:rPr lang="en-US" sz="1600" dirty="0">
                <a:hlinkClick r:id="rId2"/>
              </a:rPr>
              <a:t>6 Stages Of The Software Development Life Cycle (SDLC) (theproductmanager.com)</a:t>
            </a:r>
            <a:endParaRPr lang="en-US" sz="1600" dirty="0"/>
          </a:p>
          <a:p>
            <a:r>
              <a:rPr lang="en-US" sz="1600" dirty="0">
                <a:hlinkClick r:id="rId3"/>
              </a:rPr>
              <a:t>Agile vs Waterfall: How to Choose for BA Projects (linkedin.com)</a:t>
            </a:r>
            <a:endParaRPr lang="en-US" sz="2000" dirty="0"/>
          </a:p>
        </p:txBody>
      </p:sp>
      <p:grpSp>
        <p:nvGrpSpPr>
          <p:cNvPr id="39" name="Group 38">
            <a:extLst>
              <a:ext uri="{FF2B5EF4-FFF2-40B4-BE49-F238E27FC236}">
                <a16:creationId xmlns:a16="http://schemas.microsoft.com/office/drawing/2014/main" id="{455E0AD7-882F-4B4C-B3A7-D4E72D48E4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15000"/>
            </a:schemeClr>
          </a:solidFill>
        </p:grpSpPr>
        <p:sp>
          <p:nvSpPr>
            <p:cNvPr id="40" name="Freeform 32">
              <a:extLst>
                <a:ext uri="{FF2B5EF4-FFF2-40B4-BE49-F238E27FC236}">
                  <a16:creationId xmlns:a16="http://schemas.microsoft.com/office/drawing/2014/main" id="{7830B337-37A8-4ADF-B88C-A734E26F96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1" name="Freeform 33">
              <a:extLst>
                <a:ext uri="{FF2B5EF4-FFF2-40B4-BE49-F238E27FC236}">
                  <a16:creationId xmlns:a16="http://schemas.microsoft.com/office/drawing/2014/main" id="{7996F53E-6131-4949-B65E-262F724B25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2" name="Freeform 34">
              <a:extLst>
                <a:ext uri="{FF2B5EF4-FFF2-40B4-BE49-F238E27FC236}">
                  <a16:creationId xmlns:a16="http://schemas.microsoft.com/office/drawing/2014/main" id="{A5E72477-1B92-43FA-ABD1-D9101F31C5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3" name="Freeform 35">
              <a:extLst>
                <a:ext uri="{FF2B5EF4-FFF2-40B4-BE49-F238E27FC236}">
                  <a16:creationId xmlns:a16="http://schemas.microsoft.com/office/drawing/2014/main" id="{4BD17DAA-2B77-45FF-A3AA-9AA2235D61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4" name="Freeform 36">
              <a:extLst>
                <a:ext uri="{FF2B5EF4-FFF2-40B4-BE49-F238E27FC236}">
                  <a16:creationId xmlns:a16="http://schemas.microsoft.com/office/drawing/2014/main" id="{B408CF24-608A-4ECC-AF3B-B4C548F1BB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5" name="Freeform 37">
              <a:extLst>
                <a:ext uri="{FF2B5EF4-FFF2-40B4-BE49-F238E27FC236}">
                  <a16:creationId xmlns:a16="http://schemas.microsoft.com/office/drawing/2014/main" id="{F1CE5AA5-B482-446E-8EAC-5B1973DB5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6" name="Freeform 38">
              <a:extLst>
                <a:ext uri="{FF2B5EF4-FFF2-40B4-BE49-F238E27FC236}">
                  <a16:creationId xmlns:a16="http://schemas.microsoft.com/office/drawing/2014/main" id="{2F607697-1F29-43C0-8A24-690043FD21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7" name="Freeform 39">
              <a:extLst>
                <a:ext uri="{FF2B5EF4-FFF2-40B4-BE49-F238E27FC236}">
                  <a16:creationId xmlns:a16="http://schemas.microsoft.com/office/drawing/2014/main" id="{4AAC6860-2756-4924-B531-9E7B8B35B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8" name="Freeform 40">
              <a:extLst>
                <a:ext uri="{FF2B5EF4-FFF2-40B4-BE49-F238E27FC236}">
                  <a16:creationId xmlns:a16="http://schemas.microsoft.com/office/drawing/2014/main" id="{A724446B-3184-47C7-9D87-1737E709F0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9" name="Rectangle 41">
              <a:extLst>
                <a:ext uri="{FF2B5EF4-FFF2-40B4-BE49-F238E27FC236}">
                  <a16:creationId xmlns:a16="http://schemas.microsoft.com/office/drawing/2014/main" id="{395B07C3-57BC-4462-8F9D-C6B48AF8B4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grpSp>
    </p:spTree>
    <p:extLst>
      <p:ext uri="{BB962C8B-B14F-4D97-AF65-F5344CB8AC3E}">
        <p14:creationId xmlns:p14="http://schemas.microsoft.com/office/powerpoint/2010/main" val="421804217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docProps/app.xml><?xml version="1.0" encoding="utf-8"?>
<Properties xmlns="http://schemas.openxmlformats.org/officeDocument/2006/extended-properties" xmlns:vt="http://schemas.openxmlformats.org/officeDocument/2006/docPropsVTypes">
  <Template>TM04033919[[fn=Circuit]]</Template>
  <TotalTime>235</TotalTime>
  <Words>657</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Tw Cen MT</vt:lpstr>
      <vt:lpstr>Circuit</vt:lpstr>
      <vt:lpstr>The Agile Approach</vt:lpstr>
      <vt:lpstr>Roles in the scrum-agile team</vt:lpstr>
      <vt:lpstr>The Scrum Master</vt:lpstr>
      <vt:lpstr>THE Product Owner</vt:lpstr>
      <vt:lpstr>The Tester and the developer</vt:lpstr>
      <vt:lpstr>Various phases of SDLC agile</vt:lpstr>
      <vt:lpstr>PowerPoint Presentation</vt:lpstr>
      <vt:lpstr>PowerPoint Presentation</vt:lpstr>
      <vt:lpstr>What if the team had used the Waterfall Method instead?</vt:lpstr>
      <vt:lpstr>What factors would you Consider when choosing between the methods?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Agile Approach</dc:title>
  <dc:creator>amaris gray</dc:creator>
  <cp:lastModifiedBy>amaris gray</cp:lastModifiedBy>
  <cp:revision>2</cp:revision>
  <dcterms:created xsi:type="dcterms:W3CDTF">2023-04-14T00:49:29Z</dcterms:created>
  <dcterms:modified xsi:type="dcterms:W3CDTF">2023-04-17T03:57:46Z</dcterms:modified>
</cp:coreProperties>
</file>